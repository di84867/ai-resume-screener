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3"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485B-1BDF-056E-947A-A25CD4589E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7C3271-DC34-02DF-5D0A-599A76DD3D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857911-5632-0E98-9202-244938DA4915}"/>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A472C32C-C844-4C7B-4092-AA935D4A1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30733-FEE1-0CD4-36AC-95B8D18B28F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410281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6798-B475-9E27-CA71-0F0E72259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5257DF-4834-F2AC-415A-30EDC9032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DDCD9-0365-E94C-DF92-52677880ABF0}"/>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4D713ADA-DD8B-0130-180B-F0A0255AA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2BF70A-D246-D188-FBE8-AF27B2B31A7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32442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CB69-2777-B806-1D61-DC895197CF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DB4976-2FED-0C59-C997-AC4723AC43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4D65-D9F4-0C22-EDF3-130100291CA8}"/>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889ABE02-F10D-FAA4-916B-AFA968D9F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7DA8D-97F5-472A-E5F7-90B642FE2F0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5735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5C51-361B-5BD5-9C10-D3E12094D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49B46-63D0-5996-9676-7B5B466032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30E71B-4E40-BAF7-F53F-1A9B67EED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A78342-9FFA-C34B-4712-D36864C9077D}"/>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411E8C25-06B9-DDB2-1541-E7A186D262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063351-0FBF-E379-E830-35E906B812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267095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6714-4B0B-CEE3-253D-DF2A7DC3E9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A5F006-44D2-E902-4F0F-E0A77ABD78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0777C9-3BBD-C6FF-F676-A847B03087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F7CB38-CB91-EFCB-FCD2-1B13B2946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ECC62-B318-1684-C87F-94F266D6A9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8BBB1B-C7D9-2A76-5859-61E6236A789A}"/>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8" name="Footer Placeholder 7">
            <a:extLst>
              <a:ext uri="{FF2B5EF4-FFF2-40B4-BE49-F238E27FC236}">
                <a16:creationId xmlns:a16="http://schemas.microsoft.com/office/drawing/2014/main" id="{FDD69A58-160D-25DC-9515-3D84E0134D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691B72-CA2D-E08F-0D88-9E90F0FD776B}"/>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839216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C67B-0D9E-75F6-AF98-B97DD137A2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745234-3ECC-430C-E16E-7F381101E816}"/>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4" name="Footer Placeholder 3">
            <a:extLst>
              <a:ext uri="{FF2B5EF4-FFF2-40B4-BE49-F238E27FC236}">
                <a16:creationId xmlns:a16="http://schemas.microsoft.com/office/drawing/2014/main" id="{565193B7-3DC8-F820-B38A-6050C1DF72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742A1B-62E8-B09B-FD93-432E2594A13A}"/>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8077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361B46-116B-BBC1-8D9E-59067C349E03}"/>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3" name="Footer Placeholder 2">
            <a:extLst>
              <a:ext uri="{FF2B5EF4-FFF2-40B4-BE49-F238E27FC236}">
                <a16:creationId xmlns:a16="http://schemas.microsoft.com/office/drawing/2014/main" id="{396B82AB-83B9-F0A9-7EDD-F2486D06D7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14CBC0-6B3D-5D91-1285-373036F3A1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55364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153F-04D5-4305-8B06-47842CE36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EBDCB1-74C6-B77C-81DF-9FC3183774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F68667-DDA5-0E8A-E27C-2F56AAB60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85A3A3-1463-2ECA-6054-53A7C1463050}"/>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8BA2CDCE-88AD-B5E7-B184-457604C0CA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9C8407-6624-4F01-2B1E-2EE578A048D7}"/>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060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FE2D1-654B-D7A5-6CC4-6ABB3D741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2194C4-F5D8-EC89-BF13-D1F8536110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2C3727-0CDF-59A4-4A94-BE38D91FF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AB5133-DF09-6049-D71E-434BE11E8119}"/>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127421B0-E082-1575-28C8-FFAD8DC00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69E0B8-9853-060E-F9DD-72FAFE167E23}"/>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44179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C072-246C-3A0A-DF2A-CF69C73B2F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9E5363-5FEB-A462-D336-CEC164D59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03744B-33D1-6463-03BE-F61A6FCA160F}"/>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26E4C4E9-21E7-011B-B19D-97DF058BAC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AF6D2-8C3A-EFD2-54E4-4B09599F73D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6113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946C4-57E7-3993-9717-8CB48D17AA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F9F308-EB80-0EF2-D821-E66024B9D3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7EC2D-3030-4441-5B4B-0A3573FFAA37}"/>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4B614C67-A153-1AFC-C229-A7D914144C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F82D6-1973-2A5F-C90C-5517B58BE45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5574068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5F57D-89FE-0B43-2DA9-9008AD01D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ECAA0-E027-EE56-1F30-CC435A6E6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A00942-4E92-C580-F893-FA885B8479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C70AC769-28E8-3E8B-D2A4-0C17FC900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EF0E24-C8BF-8E85-4604-F8CDC2734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CCE2C-6E46-49B8-B74C-AF0FA1CBD100}" type="slidenum">
              <a:rPr lang="en-IN" smtClean="0"/>
              <a:t>‹#›</a:t>
            </a:fld>
            <a:endParaRPr lang="en-IN"/>
          </a:p>
        </p:txBody>
      </p:sp>
    </p:spTree>
    <p:extLst>
      <p:ext uri="{BB962C8B-B14F-4D97-AF65-F5344CB8AC3E}">
        <p14:creationId xmlns:p14="http://schemas.microsoft.com/office/powerpoint/2010/main" val="1091911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32D6BE1-2562-4342-20F5-D4D7E1A2863D}"/>
              </a:ext>
            </a:extLst>
          </p:cNvPr>
          <p:cNvSpPr>
            <a:spLocks noGrp="1"/>
          </p:cNvSpPr>
          <p:nvPr>
            <p:ph type="subTitle" idx="1"/>
          </p:nvPr>
        </p:nvSpPr>
        <p:spPr>
          <a:xfrm>
            <a:off x="1188098" y="270588"/>
            <a:ext cx="9144000" cy="1655762"/>
          </a:xfrm>
        </p:spPr>
        <p:txBody>
          <a:bodyPr>
            <a:normAutofit fontScale="25000" lnSpcReduction="20000"/>
          </a:bodyPr>
          <a:lstStyle/>
          <a:p>
            <a:pPr marL="1905" algn="ctr">
              <a:lnSpc>
                <a:spcPct val="100000"/>
              </a:lnSpc>
            </a:pPr>
            <a:r>
              <a:rPr lang="en-US" sz="9600" spc="-5" dirty="0">
                <a:solidFill>
                  <a:srgbClr val="6F2F9F"/>
                </a:solidFill>
                <a:latin typeface="Times New Roman"/>
                <a:cs typeface="Times New Roman"/>
              </a:rPr>
              <a:t>“P</a:t>
            </a:r>
            <a:r>
              <a:rPr lang="en-US" sz="9600" spc="-10" dirty="0">
                <a:solidFill>
                  <a:srgbClr val="6F2F9F"/>
                </a:solidFill>
                <a:latin typeface="Times New Roman"/>
                <a:cs typeface="Times New Roman"/>
              </a:rPr>
              <a:t>R</a:t>
            </a:r>
            <a:r>
              <a:rPr lang="en-US" sz="9600" spc="-5" dirty="0">
                <a:solidFill>
                  <a:srgbClr val="6F2F9F"/>
                </a:solidFill>
                <a:latin typeface="Times New Roman"/>
                <a:cs typeface="Times New Roman"/>
              </a:rPr>
              <a:t>OJ</a:t>
            </a:r>
            <a:r>
              <a:rPr lang="en-US" sz="9600" spc="-10" dirty="0">
                <a:solidFill>
                  <a:srgbClr val="6F2F9F"/>
                </a:solidFill>
                <a:latin typeface="Times New Roman"/>
                <a:cs typeface="Times New Roman"/>
              </a:rPr>
              <a:t>E</a:t>
            </a:r>
            <a:r>
              <a:rPr lang="en-US" sz="9600" dirty="0">
                <a:solidFill>
                  <a:srgbClr val="6F2F9F"/>
                </a:solidFill>
                <a:latin typeface="Times New Roman"/>
                <a:cs typeface="Times New Roman"/>
              </a:rPr>
              <a:t>CT</a:t>
            </a:r>
            <a:r>
              <a:rPr lang="en-US" sz="9600" spc="-70" dirty="0">
                <a:solidFill>
                  <a:srgbClr val="6F2F9F"/>
                </a:solidFill>
                <a:latin typeface="Times New Roman"/>
                <a:cs typeface="Times New Roman"/>
              </a:rPr>
              <a:t> </a:t>
            </a:r>
            <a:r>
              <a:rPr lang="en-US" sz="9600" dirty="0">
                <a:solidFill>
                  <a:srgbClr val="6F2F9F"/>
                </a:solidFill>
                <a:latin typeface="Times New Roman"/>
                <a:cs typeface="Times New Roman"/>
              </a:rPr>
              <a:t>TIT</a:t>
            </a:r>
            <a:r>
              <a:rPr lang="en-US" sz="9600" spc="-10" dirty="0">
                <a:solidFill>
                  <a:srgbClr val="6F2F9F"/>
                </a:solidFill>
                <a:latin typeface="Times New Roman"/>
                <a:cs typeface="Times New Roman"/>
              </a:rPr>
              <a:t>L</a:t>
            </a:r>
            <a:r>
              <a:rPr lang="en-US" sz="9600" dirty="0">
                <a:solidFill>
                  <a:srgbClr val="6F2F9F"/>
                </a:solidFill>
                <a:latin typeface="Times New Roman"/>
                <a:cs typeface="Times New Roman"/>
              </a:rPr>
              <a:t>E”</a:t>
            </a:r>
            <a:endParaRPr lang="en-US" sz="9600" dirty="0">
              <a:latin typeface="Times New Roman"/>
              <a:cs typeface="Times New Roman"/>
            </a:endParaRPr>
          </a:p>
          <a:p>
            <a:pPr marL="12065" algn="ctr">
              <a:lnSpc>
                <a:spcPct val="100000"/>
              </a:lnSpc>
              <a:spcBef>
                <a:spcPts val="35"/>
              </a:spcBef>
            </a:pPr>
            <a:r>
              <a:rPr lang="en-US" sz="5600" spc="-15" dirty="0">
                <a:latin typeface="Times New Roman"/>
                <a:cs typeface="Times New Roman"/>
              </a:rPr>
              <a:t>A</a:t>
            </a:r>
            <a:endParaRPr lang="en-US" sz="5600" dirty="0">
              <a:latin typeface="Times New Roman"/>
              <a:cs typeface="Times New Roman"/>
            </a:endParaRPr>
          </a:p>
          <a:p>
            <a:pPr marL="241300" marR="186055" indent="-46355" algn="ctr">
              <a:lnSpc>
                <a:spcPct val="100000"/>
              </a:lnSpc>
            </a:pPr>
            <a:r>
              <a:rPr lang="en-US" sz="5600" spc="-15" dirty="0">
                <a:latin typeface="Times New Roman"/>
                <a:cs typeface="Times New Roman"/>
              </a:rPr>
              <a:t>P</a:t>
            </a:r>
            <a:r>
              <a:rPr lang="en-US" sz="5600" spc="-20" dirty="0">
                <a:latin typeface="Times New Roman"/>
                <a:cs typeface="Times New Roman"/>
              </a:rPr>
              <a:t>r</a:t>
            </a:r>
            <a:r>
              <a:rPr lang="en-US" sz="5600" spc="-10" dirty="0">
                <a:latin typeface="Times New Roman"/>
                <a:cs typeface="Times New Roman"/>
              </a:rPr>
              <a:t>oject Work</a:t>
            </a:r>
            <a:r>
              <a:rPr lang="en-US" sz="5600" spc="25" dirty="0">
                <a:latin typeface="Times New Roman"/>
                <a:cs typeface="Times New Roman"/>
              </a:rPr>
              <a:t> </a:t>
            </a:r>
            <a:r>
              <a:rPr lang="en-US" sz="5600" spc="-15" dirty="0">
                <a:latin typeface="Times New Roman"/>
                <a:cs typeface="Times New Roman"/>
              </a:rPr>
              <a:t>P</a:t>
            </a:r>
            <a:r>
              <a:rPr lang="en-US" sz="5600" spc="-10" dirty="0">
                <a:latin typeface="Times New Roman"/>
                <a:cs typeface="Times New Roman"/>
              </a:rPr>
              <a:t>o</a:t>
            </a:r>
            <a:r>
              <a:rPr lang="en-US" sz="5600" spc="-15" dirty="0">
                <a:latin typeface="Times New Roman"/>
                <a:cs typeface="Times New Roman"/>
              </a:rPr>
              <a:t>we</a:t>
            </a:r>
            <a:r>
              <a:rPr lang="en-US" sz="5600" spc="-10" dirty="0">
                <a:latin typeface="Times New Roman"/>
                <a:cs typeface="Times New Roman"/>
              </a:rPr>
              <a:t>r</a:t>
            </a:r>
            <a:r>
              <a:rPr lang="en-US" sz="5600" dirty="0">
                <a:latin typeface="Times New Roman"/>
                <a:cs typeface="Times New Roman"/>
              </a:rPr>
              <a:t> </a:t>
            </a:r>
            <a:r>
              <a:rPr lang="en-US" sz="5600" spc="-10" dirty="0">
                <a:latin typeface="Times New Roman"/>
                <a:cs typeface="Times New Roman"/>
              </a:rPr>
              <a:t>Point</a:t>
            </a:r>
            <a:r>
              <a:rPr lang="en-US" sz="5600" spc="-5" dirty="0">
                <a:latin typeface="Times New Roman"/>
                <a:cs typeface="Times New Roman"/>
              </a:rPr>
              <a:t> </a:t>
            </a:r>
            <a:r>
              <a:rPr lang="en-US" sz="5600" spc="-15" dirty="0">
                <a:latin typeface="Times New Roman"/>
                <a:cs typeface="Times New Roman"/>
              </a:rPr>
              <a:t>Pr</a:t>
            </a:r>
            <a:r>
              <a:rPr lang="en-US" sz="5600" spc="-10" dirty="0">
                <a:latin typeface="Times New Roman"/>
                <a:cs typeface="Times New Roman"/>
              </a:rPr>
              <a:t>ese</a:t>
            </a:r>
            <a:r>
              <a:rPr lang="en-US" sz="5600" spc="-5" dirty="0">
                <a:latin typeface="Times New Roman"/>
                <a:cs typeface="Times New Roman"/>
              </a:rPr>
              <a:t>n</a:t>
            </a:r>
            <a:r>
              <a:rPr lang="en-US" sz="5600" spc="-10" dirty="0">
                <a:latin typeface="Times New Roman"/>
                <a:cs typeface="Times New Roman"/>
              </a:rPr>
              <a:t>tation</a:t>
            </a:r>
            <a:r>
              <a:rPr lang="en-US" sz="5600" spc="35" dirty="0">
                <a:latin typeface="Times New Roman"/>
                <a:cs typeface="Times New Roman"/>
              </a:rPr>
              <a:t> </a:t>
            </a:r>
            <a:endParaRPr lang="en-US" sz="5600" spc="-10" dirty="0">
              <a:latin typeface="Times New Roman"/>
              <a:cs typeface="Times New Roman"/>
            </a:endParaRPr>
          </a:p>
          <a:p>
            <a:pPr marL="241300" marR="186055" indent="-46355" algn="ctr">
              <a:lnSpc>
                <a:spcPct val="100000"/>
              </a:lnSpc>
            </a:pPr>
            <a:r>
              <a:rPr lang="en-US" sz="5600" spc="-15" dirty="0">
                <a:latin typeface="Times New Roman"/>
                <a:cs typeface="Times New Roman"/>
              </a:rPr>
              <a:t>S</a:t>
            </a:r>
            <a:r>
              <a:rPr lang="en-US" sz="5600" spc="-10" dirty="0">
                <a:latin typeface="Times New Roman"/>
                <a:cs typeface="Times New Roman"/>
              </a:rPr>
              <a:t>ub</a:t>
            </a:r>
            <a:r>
              <a:rPr lang="en-US" sz="5600" spc="-45" dirty="0">
                <a:latin typeface="Times New Roman"/>
                <a:cs typeface="Times New Roman"/>
              </a:rPr>
              <a:t>m</a:t>
            </a:r>
            <a:r>
              <a:rPr lang="en-US" sz="5600" spc="-10" dirty="0">
                <a:latin typeface="Times New Roman"/>
                <a:cs typeface="Times New Roman"/>
              </a:rPr>
              <a:t>itted</a:t>
            </a:r>
            <a:r>
              <a:rPr lang="en-US" sz="5600" spc="55" dirty="0">
                <a:latin typeface="Times New Roman"/>
                <a:cs typeface="Times New Roman"/>
              </a:rPr>
              <a:t> </a:t>
            </a:r>
            <a:r>
              <a:rPr lang="en-US" sz="5600" spc="-10" dirty="0">
                <a:latin typeface="Times New Roman"/>
                <a:cs typeface="Times New Roman"/>
              </a:rPr>
              <a:t>in</a:t>
            </a:r>
            <a:r>
              <a:rPr lang="en-US" sz="5600" dirty="0">
                <a:latin typeface="Times New Roman"/>
                <a:cs typeface="Times New Roman"/>
              </a:rPr>
              <a:t> </a:t>
            </a:r>
            <a:r>
              <a:rPr lang="en-US" sz="5600" spc="-10" dirty="0">
                <a:latin typeface="Times New Roman"/>
                <a:cs typeface="Times New Roman"/>
              </a:rPr>
              <a:t>partial</a:t>
            </a:r>
            <a:r>
              <a:rPr lang="en-US" sz="5600" spc="30"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ul</a:t>
            </a:r>
            <a:r>
              <a:rPr lang="en-US" sz="5600" spc="-5" dirty="0">
                <a:latin typeface="Times New Roman"/>
                <a:cs typeface="Times New Roman"/>
              </a:rPr>
              <a:t>fil</a:t>
            </a:r>
            <a:r>
              <a:rPr lang="en-US" sz="5600" spc="-45" dirty="0">
                <a:latin typeface="Times New Roman"/>
                <a:cs typeface="Times New Roman"/>
              </a:rPr>
              <a:t>m</a:t>
            </a:r>
            <a:r>
              <a:rPr lang="en-US" sz="5600" spc="-10" dirty="0">
                <a:latin typeface="Times New Roman"/>
                <a:cs typeface="Times New Roman"/>
              </a:rPr>
              <a:t>ent</a:t>
            </a:r>
            <a:r>
              <a:rPr lang="en-US" sz="5600" spc="55" dirty="0">
                <a:latin typeface="Times New Roman"/>
                <a:cs typeface="Times New Roman"/>
              </a:rPr>
              <a:t> </a:t>
            </a:r>
            <a:r>
              <a:rPr lang="en-US" sz="5600" spc="-10" dirty="0">
                <a:latin typeface="Times New Roman"/>
                <a:cs typeface="Times New Roman"/>
              </a:rPr>
              <a:t>of</a:t>
            </a:r>
            <a:r>
              <a:rPr lang="en-US" sz="5600" spc="5"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req</a:t>
            </a:r>
            <a:r>
              <a:rPr lang="en-US" sz="5600" spc="-5" dirty="0">
                <a:latin typeface="Times New Roman"/>
                <a:cs typeface="Times New Roman"/>
              </a:rPr>
              <a:t>u</a:t>
            </a:r>
            <a:r>
              <a:rPr lang="en-US" sz="5600" spc="-10" dirty="0">
                <a:latin typeface="Times New Roman"/>
                <a:cs typeface="Times New Roman"/>
              </a:rPr>
              <a:t>ire</a:t>
            </a:r>
            <a:r>
              <a:rPr lang="en-US" sz="5600" spc="-50" dirty="0">
                <a:latin typeface="Times New Roman"/>
                <a:cs typeface="Times New Roman"/>
              </a:rPr>
              <a:t>m</a:t>
            </a:r>
            <a:r>
              <a:rPr lang="en-US" sz="5600" spc="-10" dirty="0">
                <a:latin typeface="Times New Roman"/>
                <a:cs typeface="Times New Roman"/>
              </a:rPr>
              <a:t>e</a:t>
            </a:r>
            <a:r>
              <a:rPr lang="en-US" sz="5600" spc="0" dirty="0">
                <a:latin typeface="Times New Roman"/>
                <a:cs typeface="Times New Roman"/>
              </a:rPr>
              <a:t>n</a:t>
            </a:r>
            <a:r>
              <a:rPr lang="en-US" sz="5600" spc="-10" dirty="0">
                <a:latin typeface="Times New Roman"/>
                <a:cs typeface="Times New Roman"/>
              </a:rPr>
              <a:t>ts</a:t>
            </a:r>
            <a:r>
              <a:rPr lang="en-US" sz="5600" spc="55"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or</a:t>
            </a:r>
            <a:r>
              <a:rPr lang="en-US" sz="5600"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de</a:t>
            </a:r>
            <a:r>
              <a:rPr lang="en-US" sz="5600" spc="-5" dirty="0">
                <a:latin typeface="Times New Roman"/>
                <a:cs typeface="Times New Roman"/>
              </a:rPr>
              <a:t>g</a:t>
            </a:r>
            <a:r>
              <a:rPr lang="en-US" sz="5600" spc="-10" dirty="0">
                <a:latin typeface="Times New Roman"/>
                <a:cs typeface="Times New Roman"/>
              </a:rPr>
              <a:t>ree</a:t>
            </a:r>
            <a:r>
              <a:rPr lang="en-US" sz="5600" spc="-5" dirty="0">
                <a:latin typeface="Times New Roman"/>
                <a:cs typeface="Times New Roman"/>
              </a:rPr>
              <a:t> of</a:t>
            </a:r>
          </a:p>
          <a:p>
            <a:pPr marL="241300" marR="186055" indent="-46355" algn="ctr">
              <a:lnSpc>
                <a:spcPct val="100000"/>
              </a:lnSpc>
            </a:pPr>
            <a:endParaRPr lang="en-US" sz="6400" dirty="0">
              <a:latin typeface="Times New Roman"/>
              <a:cs typeface="Times New Roman"/>
            </a:endParaRPr>
          </a:p>
          <a:p>
            <a:pPr marL="6350" algn="ctr">
              <a:lnSpc>
                <a:spcPct val="100000"/>
              </a:lnSpc>
              <a:spcBef>
                <a:spcPts val="5"/>
              </a:spcBef>
            </a:pPr>
            <a:r>
              <a:rPr lang="en-US" sz="6400" b="1" dirty="0">
                <a:solidFill>
                  <a:srgbClr val="FF0000"/>
                </a:solidFill>
                <a:latin typeface="Times New Roman"/>
                <a:cs typeface="Times New Roman"/>
              </a:rPr>
              <a:t>B</a:t>
            </a:r>
            <a:r>
              <a:rPr lang="en-US" sz="6400" b="1" spc="-10" dirty="0">
                <a:solidFill>
                  <a:srgbClr val="FF0000"/>
                </a:solidFill>
                <a:latin typeface="Times New Roman"/>
                <a:cs typeface="Times New Roman"/>
              </a:rPr>
              <a:t>AC</a:t>
            </a:r>
            <a:r>
              <a:rPr lang="en-US" sz="6400" b="1" dirty="0">
                <a:solidFill>
                  <a:srgbClr val="FF0000"/>
                </a:solidFill>
                <a:latin typeface="Times New Roman"/>
                <a:cs typeface="Times New Roman"/>
              </a:rPr>
              <a:t>HELOR OF</a:t>
            </a:r>
            <a:r>
              <a:rPr lang="en-US" sz="6400" b="1" spc="-95" dirty="0">
                <a:solidFill>
                  <a:srgbClr val="FF0000"/>
                </a:solidFill>
                <a:latin typeface="Times New Roman"/>
                <a:cs typeface="Times New Roman"/>
              </a:rPr>
              <a:t> </a:t>
            </a:r>
            <a:r>
              <a:rPr lang="en-US" sz="6400" b="1" dirty="0">
                <a:solidFill>
                  <a:srgbClr val="FF0000"/>
                </a:solidFill>
                <a:latin typeface="Times New Roman"/>
                <a:cs typeface="Times New Roman"/>
              </a:rPr>
              <a:t>TE</a:t>
            </a:r>
            <a:r>
              <a:rPr lang="en-US" sz="6400" b="1" spc="-10" dirty="0">
                <a:solidFill>
                  <a:srgbClr val="FF0000"/>
                </a:solidFill>
                <a:latin typeface="Times New Roman"/>
                <a:cs typeface="Times New Roman"/>
              </a:rPr>
              <a:t>C</a:t>
            </a:r>
            <a:r>
              <a:rPr lang="en-US" sz="6400" b="1" dirty="0">
                <a:solidFill>
                  <a:srgbClr val="FF0000"/>
                </a:solidFill>
                <a:latin typeface="Times New Roman"/>
                <a:cs typeface="Times New Roman"/>
              </a:rPr>
              <a:t>H</a:t>
            </a:r>
            <a:r>
              <a:rPr lang="en-US" sz="6400" b="1" spc="-10" dirty="0">
                <a:solidFill>
                  <a:srgbClr val="FF0000"/>
                </a:solidFill>
                <a:latin typeface="Times New Roman"/>
                <a:cs typeface="Times New Roman"/>
              </a:rPr>
              <a:t>N</a:t>
            </a:r>
            <a:r>
              <a:rPr lang="en-US" sz="6400" b="1" dirty="0">
                <a:solidFill>
                  <a:srgbClr val="FF0000"/>
                </a:solidFill>
                <a:latin typeface="Times New Roman"/>
                <a:cs typeface="Times New Roman"/>
              </a:rPr>
              <a:t>OLOGY</a:t>
            </a:r>
            <a:endParaRPr lang="en-US" sz="6400" dirty="0">
              <a:latin typeface="Times New Roman"/>
              <a:cs typeface="Times New Roman"/>
            </a:endParaRPr>
          </a:p>
          <a:p>
            <a:pPr algn="ctr">
              <a:lnSpc>
                <a:spcPct val="100000"/>
              </a:lnSpc>
            </a:pPr>
            <a:r>
              <a:rPr lang="en-US" sz="5600" spc="5" dirty="0">
                <a:latin typeface="Times New Roman"/>
                <a:cs typeface="Times New Roman"/>
              </a:rPr>
              <a:t>In</a:t>
            </a:r>
            <a:endParaRPr lang="en-US" sz="5600" dirty="0">
              <a:latin typeface="Times New Roman"/>
              <a:cs typeface="Times New Roman"/>
            </a:endParaRPr>
          </a:p>
          <a:p>
            <a:pPr algn="ctr">
              <a:lnSpc>
                <a:spcPct val="100000"/>
              </a:lnSpc>
            </a:pPr>
            <a:r>
              <a:rPr lang="en-US" sz="6400" b="1" spc="-10" dirty="0">
                <a:solidFill>
                  <a:srgbClr val="FF0000"/>
                </a:solidFill>
                <a:latin typeface="Times New Roman"/>
                <a:cs typeface="Times New Roman"/>
              </a:rPr>
              <a:t>COMPUTER SCIENCE &amp; ENGINEERING</a:t>
            </a:r>
            <a:endParaRPr lang="en-US" sz="6400" dirty="0">
              <a:latin typeface="Times New Roman"/>
              <a:cs typeface="Times New Roman"/>
            </a:endParaRPr>
          </a:p>
          <a:p>
            <a:pPr marL="1905" algn="ctr">
              <a:lnSpc>
                <a:spcPct val="100000"/>
              </a:lnSpc>
            </a:pPr>
            <a:r>
              <a:rPr lang="en-US" sz="5600" dirty="0">
                <a:latin typeface="Times New Roman"/>
                <a:cs typeface="Times New Roman"/>
              </a:rPr>
              <a:t>By</a:t>
            </a:r>
          </a:p>
          <a:p>
            <a:pPr algn="ctr">
              <a:lnSpc>
                <a:spcPct val="100000"/>
              </a:lnSpc>
            </a:pPr>
            <a:r>
              <a:rPr lang="en-US" sz="5600" dirty="0">
                <a:solidFill>
                  <a:srgbClr val="00AF50"/>
                </a:solidFill>
                <a:latin typeface="Times New Roman"/>
                <a:cs typeface="Times New Roman"/>
              </a:rPr>
              <a:t>(</a:t>
            </a:r>
            <a:r>
              <a:rPr lang="en-US" sz="5600" spc="-10" dirty="0">
                <a:solidFill>
                  <a:srgbClr val="00AF50"/>
                </a:solidFill>
                <a:latin typeface="Times New Roman"/>
                <a:cs typeface="Times New Roman"/>
              </a:rPr>
              <a:t>N</a:t>
            </a:r>
            <a:r>
              <a:rPr lang="en-US" sz="5600" dirty="0">
                <a:solidFill>
                  <a:srgbClr val="00AF50"/>
                </a:solidFill>
                <a:latin typeface="Times New Roman"/>
                <a:cs typeface="Times New Roman"/>
              </a:rPr>
              <a:t>a</a:t>
            </a:r>
            <a:r>
              <a:rPr lang="en-US" sz="5600" spc="-25" dirty="0">
                <a:solidFill>
                  <a:srgbClr val="00AF50"/>
                </a:solidFill>
                <a:latin typeface="Times New Roman"/>
                <a:cs typeface="Times New Roman"/>
              </a:rPr>
              <a:t>m</a:t>
            </a:r>
            <a:r>
              <a:rPr lang="en-US" sz="5600" dirty="0">
                <a:solidFill>
                  <a:srgbClr val="00AF50"/>
                </a:solidFill>
                <a:latin typeface="Times New Roman"/>
                <a:cs typeface="Times New Roman"/>
              </a:rPr>
              <a:t>e:</a:t>
            </a:r>
            <a:r>
              <a:rPr lang="en-US" sz="5600" spc="10" dirty="0">
                <a:solidFill>
                  <a:srgbClr val="00AF50"/>
                </a:solidFill>
                <a:latin typeface="Times New Roman"/>
                <a:cs typeface="Times New Roman"/>
              </a:rPr>
              <a:t> 1</a:t>
            </a:r>
            <a:r>
              <a:rPr lang="en-US" sz="5600" dirty="0">
                <a:solidFill>
                  <a:srgbClr val="00AF50"/>
                </a:solidFill>
                <a:latin typeface="Times New Roman"/>
                <a:cs typeface="Times New Roman"/>
              </a:rPr>
              <a:t>,</a:t>
            </a:r>
            <a:r>
              <a:rPr lang="en-US" sz="5600" spc="-5" dirty="0">
                <a:solidFill>
                  <a:srgbClr val="00AF50"/>
                </a:solidFill>
                <a:latin typeface="Times New Roman"/>
                <a:cs typeface="Times New Roman"/>
              </a:rPr>
              <a:t> </a:t>
            </a:r>
            <a:r>
              <a:rPr lang="en-US" sz="5600" dirty="0">
                <a:solidFill>
                  <a:srgbClr val="00AF50"/>
                </a:solidFill>
                <a:latin typeface="Times New Roman"/>
                <a:cs typeface="Times New Roman"/>
              </a:rPr>
              <a:t>2,</a:t>
            </a:r>
            <a:r>
              <a:rPr lang="en-US" sz="5600" spc="-20" dirty="0">
                <a:solidFill>
                  <a:srgbClr val="00AF50"/>
                </a:solidFill>
                <a:latin typeface="Times New Roman"/>
                <a:cs typeface="Times New Roman"/>
              </a:rPr>
              <a:t> </a:t>
            </a:r>
            <a:r>
              <a:rPr lang="en-US" sz="5600" dirty="0">
                <a:solidFill>
                  <a:srgbClr val="00AF50"/>
                </a:solidFill>
                <a:latin typeface="Times New Roman"/>
                <a:cs typeface="Times New Roman"/>
              </a:rPr>
              <a:t>3,</a:t>
            </a:r>
            <a:r>
              <a:rPr lang="en-US" sz="5600" spc="-5" dirty="0">
                <a:solidFill>
                  <a:srgbClr val="00AF50"/>
                </a:solidFill>
                <a:latin typeface="Times New Roman"/>
                <a:cs typeface="Times New Roman"/>
              </a:rPr>
              <a:t> </a:t>
            </a:r>
            <a:r>
              <a:rPr lang="en-US" sz="5600" dirty="0">
                <a:solidFill>
                  <a:srgbClr val="00AF50"/>
                </a:solidFill>
                <a:latin typeface="Times New Roman"/>
                <a:cs typeface="Times New Roman"/>
              </a:rPr>
              <a:t>4</a:t>
            </a:r>
            <a:r>
              <a:rPr lang="en-US" sz="5600" spc="5" dirty="0">
                <a:solidFill>
                  <a:srgbClr val="00AF50"/>
                </a:solidFill>
                <a:latin typeface="Times New Roman"/>
                <a:cs typeface="Times New Roman"/>
              </a:rPr>
              <a:t>, 5 &amp; 6</a:t>
            </a:r>
            <a:r>
              <a:rPr lang="en-US" sz="5600" dirty="0">
                <a:solidFill>
                  <a:srgbClr val="00AF50"/>
                </a:solidFill>
                <a:latin typeface="Times New Roman"/>
                <a:cs typeface="Times New Roman"/>
              </a:rPr>
              <a:t>)</a:t>
            </a:r>
          </a:p>
          <a:p>
            <a:pPr algn="ctr">
              <a:lnSpc>
                <a:spcPct val="100000"/>
              </a:lnSpc>
            </a:pPr>
            <a:r>
              <a:rPr lang="en-US" sz="5600" dirty="0">
                <a:solidFill>
                  <a:srgbClr val="00AF50"/>
                </a:solidFill>
                <a:latin typeface="Times New Roman"/>
                <a:cs typeface="Times New Roman"/>
              </a:rPr>
              <a:t>(Student’s ID: 1, 2, 3, 4, 5, &amp; 6)</a:t>
            </a:r>
            <a:endParaRPr lang="en-US" sz="5600" dirty="0">
              <a:latin typeface="Times New Roman"/>
              <a:cs typeface="Times New Roman"/>
            </a:endParaRPr>
          </a:p>
          <a:p>
            <a:pPr marL="1972945" marR="1965325" algn="ctr">
              <a:lnSpc>
                <a:spcPct val="100000"/>
              </a:lnSpc>
            </a:pPr>
            <a:endParaRPr lang="en-US" sz="5600" spc="-10" dirty="0">
              <a:latin typeface="Times New Roman"/>
              <a:cs typeface="Times New Roman"/>
            </a:endParaRPr>
          </a:p>
          <a:p>
            <a:pPr marL="1972945" marR="1965325" algn="ctr">
              <a:lnSpc>
                <a:spcPct val="100000"/>
              </a:lnSpc>
            </a:pPr>
            <a:r>
              <a:rPr lang="en-US" sz="5600" spc="-10" dirty="0">
                <a:latin typeface="Times New Roman"/>
                <a:cs typeface="Times New Roman"/>
              </a:rPr>
              <a:t>U</a:t>
            </a:r>
            <a:r>
              <a:rPr lang="en-US" sz="5600" dirty="0">
                <a:latin typeface="Times New Roman"/>
                <a:cs typeface="Times New Roman"/>
              </a:rPr>
              <a:t>nder</a:t>
            </a:r>
            <a:r>
              <a:rPr lang="en-US" sz="5600" spc="-15" dirty="0">
                <a:latin typeface="Times New Roman"/>
                <a:cs typeface="Times New Roman"/>
              </a:rPr>
              <a:t> </a:t>
            </a:r>
            <a:r>
              <a:rPr lang="en-US" sz="5600" dirty="0">
                <a:latin typeface="Times New Roman"/>
                <a:cs typeface="Times New Roman"/>
              </a:rPr>
              <a:t>the</a:t>
            </a:r>
            <a:r>
              <a:rPr lang="en-US" sz="5600" spc="-15" dirty="0">
                <a:latin typeface="Times New Roman"/>
                <a:cs typeface="Times New Roman"/>
              </a:rPr>
              <a:t> </a:t>
            </a:r>
            <a:r>
              <a:rPr lang="en-US" sz="5600" spc="-5" dirty="0">
                <a:latin typeface="Times New Roman"/>
                <a:cs typeface="Times New Roman"/>
              </a:rPr>
              <a:t>S</a:t>
            </a:r>
            <a:r>
              <a:rPr lang="en-US" sz="5600" dirty="0">
                <a:latin typeface="Times New Roman"/>
                <a:cs typeface="Times New Roman"/>
              </a:rPr>
              <a:t>uper</a:t>
            </a:r>
            <a:r>
              <a:rPr lang="en-US" sz="5600" spc="5" dirty="0">
                <a:latin typeface="Times New Roman"/>
                <a:cs typeface="Times New Roman"/>
              </a:rPr>
              <a:t>v</a:t>
            </a:r>
            <a:r>
              <a:rPr lang="en-US" sz="5600" spc="-10" dirty="0">
                <a:latin typeface="Times New Roman"/>
                <a:cs typeface="Times New Roman"/>
              </a:rPr>
              <a:t>i</a:t>
            </a:r>
            <a:r>
              <a:rPr lang="en-US" sz="5600" dirty="0">
                <a:latin typeface="Times New Roman"/>
                <a:cs typeface="Times New Roman"/>
              </a:rPr>
              <a:t>s</a:t>
            </a:r>
            <a:r>
              <a:rPr lang="en-US" sz="5600" spc="-10" dirty="0">
                <a:latin typeface="Times New Roman"/>
                <a:cs typeface="Times New Roman"/>
              </a:rPr>
              <a:t>i</a:t>
            </a:r>
            <a:r>
              <a:rPr lang="en-US" sz="5600" dirty="0">
                <a:latin typeface="Times New Roman"/>
                <a:cs typeface="Times New Roman"/>
              </a:rPr>
              <a:t>on</a:t>
            </a:r>
            <a:r>
              <a:rPr lang="en-US" sz="5600" spc="-45" dirty="0">
                <a:latin typeface="Times New Roman"/>
                <a:cs typeface="Times New Roman"/>
              </a:rPr>
              <a:t> </a:t>
            </a:r>
            <a:r>
              <a:rPr lang="en-US" sz="5600" dirty="0">
                <a:latin typeface="Times New Roman"/>
                <a:cs typeface="Times New Roman"/>
              </a:rPr>
              <a:t>of </a:t>
            </a:r>
          </a:p>
          <a:p>
            <a:pPr marL="1972945" marR="1965325" algn="ctr">
              <a:lnSpc>
                <a:spcPct val="100000"/>
              </a:lnSpc>
            </a:pPr>
            <a:r>
              <a:rPr lang="en-US" sz="5600" spc="-10" dirty="0">
                <a:solidFill>
                  <a:srgbClr val="6F2F9F"/>
                </a:solidFill>
                <a:latin typeface="Times New Roman"/>
                <a:cs typeface="Times New Roman"/>
              </a:rPr>
              <a:t>G</a:t>
            </a:r>
            <a:r>
              <a:rPr lang="en-US" sz="5600" dirty="0">
                <a:solidFill>
                  <a:srgbClr val="6F2F9F"/>
                </a:solidFill>
                <a:latin typeface="Times New Roman"/>
                <a:cs typeface="Times New Roman"/>
              </a:rPr>
              <a:t>uide</a:t>
            </a:r>
            <a:r>
              <a:rPr lang="en-US" sz="5600" spc="-10" dirty="0">
                <a:solidFill>
                  <a:srgbClr val="6F2F9F"/>
                </a:solidFill>
                <a:latin typeface="Times New Roman"/>
                <a:cs typeface="Times New Roman"/>
              </a:rPr>
              <a:t> N</a:t>
            </a:r>
            <a:r>
              <a:rPr lang="en-US" sz="5600" dirty="0">
                <a:solidFill>
                  <a:srgbClr val="6F2F9F"/>
                </a:solidFill>
                <a:latin typeface="Times New Roman"/>
                <a:cs typeface="Times New Roman"/>
              </a:rPr>
              <a:t>a</a:t>
            </a:r>
            <a:r>
              <a:rPr lang="en-US" sz="5600" spc="-25" dirty="0">
                <a:solidFill>
                  <a:srgbClr val="6F2F9F"/>
                </a:solidFill>
                <a:latin typeface="Times New Roman"/>
                <a:cs typeface="Times New Roman"/>
              </a:rPr>
              <a:t>m</a:t>
            </a:r>
            <a:r>
              <a:rPr lang="en-US" sz="5600" dirty="0">
                <a:solidFill>
                  <a:srgbClr val="6F2F9F"/>
                </a:solidFill>
                <a:latin typeface="Times New Roman"/>
                <a:cs typeface="Times New Roman"/>
              </a:rPr>
              <a:t>e </a:t>
            </a:r>
          </a:p>
          <a:p>
            <a:pPr marL="1972945" marR="1965325" algn="ctr">
              <a:lnSpc>
                <a:spcPct val="100000"/>
              </a:lnSpc>
            </a:pPr>
            <a:r>
              <a:rPr lang="en-US" sz="5600" dirty="0">
                <a:solidFill>
                  <a:srgbClr val="6F2F9F"/>
                </a:solidFill>
                <a:latin typeface="Times New Roman"/>
                <a:cs typeface="Times New Roman"/>
              </a:rPr>
              <a:t>(</a:t>
            </a:r>
            <a:r>
              <a:rPr lang="en-US" sz="5600" spc="-10" dirty="0">
                <a:solidFill>
                  <a:srgbClr val="6F2F9F"/>
                </a:solidFill>
                <a:latin typeface="Times New Roman"/>
                <a:cs typeface="Times New Roman"/>
              </a:rPr>
              <a:t>Assistant Professor/Associate Professor/Professor</a:t>
            </a:r>
            <a:r>
              <a:rPr lang="en-US" sz="5600" dirty="0">
                <a:solidFill>
                  <a:srgbClr val="6F2F9F"/>
                </a:solidFill>
                <a:latin typeface="Times New Roman"/>
                <a:cs typeface="Times New Roman"/>
              </a:rPr>
              <a:t>) </a:t>
            </a:r>
          </a:p>
          <a:p>
            <a:pPr marL="1972945" marR="1965325" algn="ctr">
              <a:lnSpc>
                <a:spcPct val="100000"/>
              </a:lnSpc>
            </a:pPr>
            <a:r>
              <a:rPr lang="en-US" sz="5600" spc="-10" dirty="0">
                <a:solidFill>
                  <a:srgbClr val="6F2F9F"/>
                </a:solidFill>
                <a:latin typeface="Times New Roman"/>
                <a:cs typeface="Times New Roman"/>
              </a:rPr>
              <a:t>Computer Science &amp; Engineering Department</a:t>
            </a:r>
          </a:p>
          <a:p>
            <a:pPr marL="1972945" marR="1965325" algn="ctr">
              <a:lnSpc>
                <a:spcPct val="100000"/>
              </a:lnSpc>
            </a:pPr>
            <a:r>
              <a:rPr lang="en-US" sz="6000" dirty="0">
                <a:latin typeface="Times New Roman"/>
                <a:ea typeface="Calibri"/>
                <a:cs typeface="Mangal"/>
              </a:rPr>
              <a:t>Invertis University, Bareilly</a:t>
            </a:r>
          </a:p>
          <a:p>
            <a:pPr marL="1972945" marR="1965325" algn="ctr">
              <a:lnSpc>
                <a:spcPct val="100000"/>
              </a:lnSpc>
            </a:pPr>
            <a:r>
              <a:rPr lang="en-US" sz="6000" spc="-10" dirty="0">
                <a:solidFill>
                  <a:srgbClr val="6F2F9F"/>
                </a:solidFill>
                <a:latin typeface="Times New Roman"/>
                <a:ea typeface="Calibri"/>
                <a:cs typeface="Mangal"/>
              </a:rPr>
              <a:t>To</a:t>
            </a:r>
          </a:p>
          <a:p>
            <a:pPr marL="1972945" marR="1965325" algn="ctr">
              <a:lnSpc>
                <a:spcPct val="100000"/>
              </a:lnSpc>
            </a:pPr>
            <a:endParaRPr lang="en-US" sz="6000" spc="-10" dirty="0">
              <a:solidFill>
                <a:srgbClr val="6F2F9F"/>
              </a:solidFill>
              <a:latin typeface="Times New Roman"/>
              <a:ea typeface="Calibri"/>
              <a:cs typeface="Mangal"/>
            </a:endParaRPr>
          </a:p>
          <a:p>
            <a:pPr marL="1972945" marR="1965325" algn="ctr">
              <a:lnSpc>
                <a:spcPct val="100000"/>
              </a:lnSpc>
            </a:pPr>
            <a:endParaRPr lang="en-US" sz="5600" spc="-10" dirty="0">
              <a:solidFill>
                <a:srgbClr val="6F2F9F"/>
              </a:solidFill>
              <a:latin typeface="Times New Roman"/>
              <a:cs typeface="Times New Roman"/>
            </a:endParaRPr>
          </a:p>
          <a:p>
            <a:pPr marL="1972945" marR="1965325" algn="ctr">
              <a:lnSpc>
                <a:spcPct val="100000"/>
              </a:lnSpc>
            </a:pPr>
            <a:endParaRPr lang="en-US" sz="5600" spc="-10" dirty="0">
              <a:solidFill>
                <a:srgbClr val="6F2F9F"/>
              </a:solidFill>
              <a:latin typeface="Times New Roman"/>
              <a:cs typeface="Times New Roman"/>
            </a:endParaRPr>
          </a:p>
          <a:p>
            <a:endParaRPr lang="en-IN" dirty="0"/>
          </a:p>
        </p:txBody>
      </p:sp>
      <p:pic>
        <p:nvPicPr>
          <p:cNvPr id="2" name="Picture 1" descr="Image result for invertis university">
            <a:extLst>
              <a:ext uri="{FF2B5EF4-FFF2-40B4-BE49-F238E27FC236}">
                <a16:creationId xmlns:a16="http://schemas.microsoft.com/office/drawing/2014/main" id="{314E8CF1-46BF-CBE4-D857-56957C66FAA1}"/>
              </a:ext>
            </a:extLst>
          </p:cNvPr>
          <p:cNvPicPr/>
          <p:nvPr/>
        </p:nvPicPr>
        <p:blipFill>
          <a:blip r:embed="rId2" cstate="print"/>
          <a:srcRect l="4626" t="13942" r="8185" b="29327"/>
          <a:stretch>
            <a:fillRect/>
          </a:stretch>
        </p:blipFill>
        <p:spPr bwMode="auto">
          <a:xfrm>
            <a:off x="10151414" y="154262"/>
            <a:ext cx="1704975" cy="821171"/>
          </a:xfrm>
          <a:prstGeom prst="rect">
            <a:avLst/>
          </a:prstGeom>
          <a:noFill/>
          <a:ln w="9525">
            <a:noFill/>
            <a:miter lim="800000"/>
            <a:headEnd/>
            <a:tailEnd/>
          </a:ln>
        </p:spPr>
      </p:pic>
      <p:sp>
        <p:nvSpPr>
          <p:cNvPr id="6" name="TextBox 5">
            <a:extLst>
              <a:ext uri="{FF2B5EF4-FFF2-40B4-BE49-F238E27FC236}">
                <a16:creationId xmlns:a16="http://schemas.microsoft.com/office/drawing/2014/main" id="{5C0E47E0-61D2-9464-9AFA-3501772CB775}"/>
              </a:ext>
            </a:extLst>
          </p:cNvPr>
          <p:cNvSpPr txBox="1"/>
          <p:nvPr/>
        </p:nvSpPr>
        <p:spPr>
          <a:xfrm>
            <a:off x="2083837" y="5512095"/>
            <a:ext cx="7352522" cy="636072"/>
          </a:xfrm>
          <a:prstGeom prst="rect">
            <a:avLst/>
          </a:prstGeom>
          <a:noFill/>
        </p:spPr>
        <p:txBody>
          <a:bodyPr wrap="square" rtlCol="0">
            <a:spAutoFit/>
          </a:bodyPr>
          <a:lstStyle/>
          <a:p>
            <a:pPr algn="ctr">
              <a:spcBef>
                <a:spcPts val="400"/>
              </a:spcBef>
            </a:pPr>
            <a:r>
              <a:rPr lang="en-US" sz="1600" b="1" dirty="0">
                <a:latin typeface="Times New Roman" panose="02020603050405020304" pitchFamily="18" charset="0"/>
                <a:cs typeface="Times New Roman" panose="02020603050405020304" pitchFamily="18" charset="0"/>
              </a:rPr>
              <a:t>Department of Computer Science &amp; Engineering</a:t>
            </a:r>
          </a:p>
          <a:p>
            <a:pPr algn="ctr">
              <a:spcBef>
                <a:spcPts val="400"/>
              </a:spcBef>
            </a:pPr>
            <a:r>
              <a:rPr lang="en-US" sz="1600" b="1" dirty="0">
                <a:latin typeface="Times New Roman" panose="02020603050405020304" pitchFamily="18" charset="0"/>
                <a:cs typeface="Times New Roman" panose="02020603050405020304" pitchFamily="18" charset="0"/>
              </a:rPr>
              <a:t>Invertis University</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A25957-9B74-2CB0-B12E-3737E088ACE5}"/>
              </a:ext>
            </a:extLst>
          </p:cNvPr>
          <p:cNvSpPr txBox="1"/>
          <p:nvPr/>
        </p:nvSpPr>
        <p:spPr>
          <a:xfrm>
            <a:off x="242595" y="6180518"/>
            <a:ext cx="11327364" cy="523220"/>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Lucknow National Highway, NH-24, Bareilly,  Uttar Pradesh - 243123</a:t>
            </a:r>
            <a:endParaRPr lang="en-IN"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April- 2026</a:t>
            </a:r>
            <a:endParaRPr lang="en-IN" sz="1400" dirty="0">
              <a:latin typeface="Times New Roman" panose="02020603050405020304" pitchFamily="18" charset="0"/>
              <a:cs typeface="Times New Roman" panose="02020603050405020304" pitchFamily="18" charset="0"/>
            </a:endParaRPr>
          </a:p>
        </p:txBody>
      </p:sp>
      <p:pic>
        <p:nvPicPr>
          <p:cNvPr id="9" name="Picture 8" descr="temp_page_0.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42909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a:t>
            </a:r>
            <a:r>
              <a:rPr lang="en-IN" sz="2800" b="1" spc="-45" dirty="0">
                <a:latin typeface="Times New Roman"/>
                <a:cs typeface="Times New Roman"/>
              </a:rPr>
              <a:t>T</a:t>
            </a:r>
            <a:r>
              <a:rPr lang="en-IN" sz="2800" b="1" spc="-30" dirty="0">
                <a:latin typeface="Times New Roman"/>
                <a:cs typeface="Times New Roman"/>
              </a:rPr>
              <a:t>ENT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416868"/>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Objectives  </a:t>
            </a:r>
            <a:r>
              <a:rPr lang="en-IN" sz="1600" dirty="0">
                <a:highlight>
                  <a:srgbClr val="FFFF00"/>
                </a:highlight>
                <a:latin typeface="Times New Roman" panose="02020603050405020304" pitchFamily="18" charset="0"/>
                <a:cs typeface="Times New Roman" panose="02020603050405020304" pitchFamily="18" charset="0"/>
              </a:rPr>
              <a:t>(Specific about work)</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Literature Survey (with merits and demerits)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Challenges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Requirements (Hardware and Software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Flow Chart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Block Diagram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Tools &amp; Technology Used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Project Methodology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Implementation (Project Work) </a:t>
            </a:r>
            <a:r>
              <a:rPr lang="en-IN" sz="1600" dirty="0">
                <a:highlight>
                  <a:srgbClr val="FFFF00"/>
                </a:highlight>
                <a:latin typeface="Times New Roman" panose="02020603050405020304" pitchFamily="18" charset="0"/>
                <a:cs typeface="Times New Roman" panose="02020603050405020304" pitchFamily="18" charset="0"/>
              </a:rPr>
              <a:t>Describe the project work that you have done very clearly using screenshots of your project)</a:t>
            </a:r>
          </a:p>
          <a:p>
            <a:pPr marL="285750" indent="-285750">
              <a:buFont typeface="Arial" panose="020B0604020202020204" pitchFamily="34" charset="0"/>
              <a:buChar char="•"/>
            </a:pPr>
            <a:r>
              <a:rPr lang="en-IN" sz="1600" spc="-125" dirty="0">
                <a:latin typeface="Times New Roman" panose="02020603050405020304" pitchFamily="18" charset="0"/>
                <a:cs typeface="Times New Roman" panose="02020603050405020304" pitchFamily="18" charset="0"/>
              </a:rPr>
              <a:t>T</a:t>
            </a:r>
            <a:r>
              <a:rPr lang="en-IN" sz="1600" spc="-20" dirty="0">
                <a:latin typeface="Times New Roman" panose="02020603050405020304" pitchFamily="18" charset="0"/>
                <a:cs typeface="Times New Roman" panose="02020603050405020304" pitchFamily="18" charset="0"/>
              </a:rPr>
              <a:t>e</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t</a:t>
            </a:r>
            <a:r>
              <a:rPr lang="en-IN" sz="1600" spc="-5" dirty="0">
                <a:latin typeface="Times New Roman" panose="02020603050405020304" pitchFamily="18" charset="0"/>
                <a:cs typeface="Times New Roman" panose="02020603050405020304" pitchFamily="18" charset="0"/>
              </a:rPr>
              <a:t>in</a:t>
            </a:r>
            <a:r>
              <a:rPr lang="en-IN" sz="1600" dirty="0">
                <a:latin typeface="Times New Roman" panose="02020603050405020304" pitchFamily="18" charset="0"/>
                <a:cs typeface="Times New Roman" panose="02020603050405020304" pitchFamily="18" charset="0"/>
              </a:rPr>
              <a:t>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Applications</a:t>
            </a:r>
          </a:p>
          <a:p>
            <a:pPr marL="285750" indent="-285750">
              <a:buFont typeface="Arial" panose="020B0604020202020204" pitchFamily="34" charset="0"/>
              <a:buChar char="•"/>
            </a:pPr>
            <a:r>
              <a:rPr lang="en-IN" sz="1600" spc="-15"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on</a:t>
            </a:r>
            <a:r>
              <a:rPr lang="en-IN" sz="1600" spc="-20" dirty="0">
                <a:latin typeface="Times New Roman" panose="02020603050405020304" pitchFamily="18" charset="0"/>
                <a:cs typeface="Times New Roman" panose="02020603050405020304" pitchFamily="18" charset="0"/>
              </a:rPr>
              <a:t>c</a:t>
            </a:r>
            <a:r>
              <a:rPr lang="en-IN" sz="1600" spc="-5" dirty="0">
                <a:latin typeface="Times New Roman" panose="02020603050405020304" pitchFamily="18" charset="0"/>
                <a:cs typeface="Times New Roman" panose="02020603050405020304" pitchFamily="18" charset="0"/>
              </a:rPr>
              <a:t>lu</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ion</a:t>
            </a:r>
            <a:r>
              <a:rPr lang="en-IN" sz="1600" spc="-35" dirty="0">
                <a:latin typeface="Times New Roman" panose="02020603050405020304" pitchFamily="18" charset="0"/>
                <a:cs typeface="Times New Roman" panose="02020603050405020304" pitchFamily="18" charset="0"/>
              </a:rPr>
              <a:t> </a:t>
            </a:r>
            <a:r>
              <a:rPr lang="en-IN" sz="1600" spc="-2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nd</a:t>
            </a:r>
            <a:r>
              <a:rPr lang="en-IN" sz="1600" spc="-15"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Fu</a:t>
            </a:r>
            <a:r>
              <a:rPr lang="en-IN" sz="1600" spc="-5" dirty="0">
                <a:latin typeface="Times New Roman" panose="02020603050405020304" pitchFamily="18" charset="0"/>
                <a:cs typeface="Times New Roman" panose="02020603050405020304" pitchFamily="18" charset="0"/>
              </a:rPr>
              <a:t>tu</a:t>
            </a:r>
            <a:r>
              <a:rPr lang="en-IN" sz="1600" spc="-10" dirty="0">
                <a:latin typeface="Times New Roman" panose="02020603050405020304" pitchFamily="18" charset="0"/>
                <a:cs typeface="Times New Roman" panose="02020603050405020304" pitchFamily="18" charset="0"/>
              </a:rPr>
              <a:t>re</a:t>
            </a:r>
            <a:r>
              <a:rPr lang="en-IN" sz="1600" spc="-2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t>
            </a:r>
            <a:r>
              <a:rPr lang="en-IN" sz="1600" spc="-20"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op</a:t>
            </a:r>
            <a:r>
              <a:rPr lang="en-IN" sz="1600" spc="-10" dirty="0">
                <a:latin typeface="Times New Roman" panose="02020603050405020304" pitchFamily="18" charset="0"/>
                <a:cs typeface="Times New Roman" panose="02020603050405020304" pitchFamily="18" charset="0"/>
              </a:rPr>
              <a:t>e</a:t>
            </a:r>
          </a:p>
          <a:p>
            <a:pPr marL="285750" indent="-285750">
              <a:buFont typeface="Arial" panose="020B0604020202020204" pitchFamily="34" charset="0"/>
              <a:buChar char="•"/>
            </a:pPr>
            <a:r>
              <a:rPr lang="en-IN" sz="1600" spc="-10" dirty="0">
                <a:latin typeface="Times New Roman" panose="02020603050405020304" pitchFamily="18" charset="0"/>
                <a:cs typeface="Times New Roman" panose="02020603050405020304" pitchFamily="18" charset="0"/>
              </a:rPr>
              <a:t>References</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09786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ABSTRACT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2.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41803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3200" b="1" spc="-30" dirty="0">
                <a:latin typeface="Times New Roman"/>
                <a:cs typeface="Times New Roman"/>
              </a:rPr>
              <a:t>OBJECTIVES</a:t>
            </a:r>
            <a:endParaRPr sz="32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3.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31012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MOTIVATION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4.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150208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LITERATURE SURVEY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graphicFrame>
        <p:nvGraphicFramePr>
          <p:cNvPr id="7" name="Table 6">
            <a:extLst>
              <a:ext uri="{FF2B5EF4-FFF2-40B4-BE49-F238E27FC236}">
                <a16:creationId xmlns:a16="http://schemas.microsoft.com/office/drawing/2014/main" id="{F9276CB9-CD41-436C-4727-F310E8AC596B}"/>
              </a:ext>
            </a:extLst>
          </p:cNvPr>
          <p:cNvGraphicFramePr>
            <a:graphicFrameLocks noGrp="1"/>
          </p:cNvGraphicFramePr>
          <p:nvPr>
            <p:extLst>
              <p:ext uri="{D42A27DB-BD31-4B8C-83A1-F6EECF244321}">
                <p14:modId xmlns:p14="http://schemas.microsoft.com/office/powerpoint/2010/main" val="967624932"/>
              </p:ext>
            </p:extLst>
          </p:nvPr>
        </p:nvGraphicFramePr>
        <p:xfrm>
          <a:off x="307784" y="1801861"/>
          <a:ext cx="11532766" cy="1920240"/>
        </p:xfrm>
        <a:graphic>
          <a:graphicData uri="http://schemas.openxmlformats.org/drawingml/2006/table">
            <a:tbl>
              <a:tblPr/>
              <a:tblGrid>
                <a:gridCol w="1647538">
                  <a:extLst>
                    <a:ext uri="{9D8B030D-6E8A-4147-A177-3AD203B41FA5}">
                      <a16:colId xmlns:a16="http://schemas.microsoft.com/office/drawing/2014/main" val="1788629321"/>
                    </a:ext>
                  </a:extLst>
                </a:gridCol>
                <a:gridCol w="1647538">
                  <a:extLst>
                    <a:ext uri="{9D8B030D-6E8A-4147-A177-3AD203B41FA5}">
                      <a16:colId xmlns:a16="http://schemas.microsoft.com/office/drawing/2014/main" val="3378670155"/>
                    </a:ext>
                  </a:extLst>
                </a:gridCol>
                <a:gridCol w="1647538">
                  <a:extLst>
                    <a:ext uri="{9D8B030D-6E8A-4147-A177-3AD203B41FA5}">
                      <a16:colId xmlns:a16="http://schemas.microsoft.com/office/drawing/2014/main" val="2761261009"/>
                    </a:ext>
                  </a:extLst>
                </a:gridCol>
                <a:gridCol w="1187724">
                  <a:extLst>
                    <a:ext uri="{9D8B030D-6E8A-4147-A177-3AD203B41FA5}">
                      <a16:colId xmlns:a16="http://schemas.microsoft.com/office/drawing/2014/main" val="3332033079"/>
                    </a:ext>
                  </a:extLst>
                </a:gridCol>
                <a:gridCol w="2107352">
                  <a:extLst>
                    <a:ext uri="{9D8B030D-6E8A-4147-A177-3AD203B41FA5}">
                      <a16:colId xmlns:a16="http://schemas.microsoft.com/office/drawing/2014/main" val="1451728800"/>
                    </a:ext>
                  </a:extLst>
                </a:gridCol>
                <a:gridCol w="1647538">
                  <a:extLst>
                    <a:ext uri="{9D8B030D-6E8A-4147-A177-3AD203B41FA5}">
                      <a16:colId xmlns:a16="http://schemas.microsoft.com/office/drawing/2014/main" val="1775524853"/>
                    </a:ext>
                  </a:extLst>
                </a:gridCol>
                <a:gridCol w="1647538">
                  <a:extLst>
                    <a:ext uri="{9D8B030D-6E8A-4147-A177-3AD203B41FA5}">
                      <a16:colId xmlns:a16="http://schemas.microsoft.com/office/drawing/2014/main" val="2395614452"/>
                    </a:ext>
                  </a:extLst>
                </a:gridCol>
              </a:tblGrid>
              <a:tr h="0">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S. No.</a:t>
                      </a:r>
                    </a:p>
                  </a:txBody>
                  <a:tcPr anchor="b">
                    <a:lnL w="12700" cap="flat" cmpd="sng" algn="ctr">
                      <a:solidFill>
                        <a:srgbClr val="406BB9"/>
                      </a:solidFill>
                      <a:prstDash val="solid"/>
                      <a:round/>
                      <a:headEnd type="none" w="med" len="med"/>
                      <a:tailEnd type="none" w="med" len="med"/>
                    </a:lnL>
                    <a:lnR w="12700" cap="flat" cmpd="sng" algn="ctr">
                      <a:solidFill>
                        <a:srgbClr val="8076B9"/>
                      </a:solidFill>
                      <a:prstDash val="solid"/>
                      <a:round/>
                      <a:headEnd type="none" w="med" len="med"/>
                      <a:tailEnd type="none" w="med" len="med"/>
                    </a:lnR>
                    <a:lnT w="12700" cap="flat" cmpd="sng" algn="ctr">
                      <a:solidFill>
                        <a:srgbClr val="406B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Paper Title</a:t>
                      </a:r>
                    </a:p>
                  </a:txBody>
                  <a:tcPr anchor="b">
                    <a:lnL w="12700" cap="flat" cmpd="sng" algn="ctr">
                      <a:solidFill>
                        <a:srgbClr val="8076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006F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Authors</a:t>
                      </a:r>
                    </a:p>
                  </a:txBody>
                  <a:tcPr anchor="b">
                    <a:lnL w="12700" cap="flat" cmpd="sng" algn="ctr">
                      <a:solidFill>
                        <a:srgbClr val="206DB9"/>
                      </a:solidFill>
                      <a:prstDash val="solid"/>
                      <a:round/>
                      <a:headEnd type="none" w="med" len="med"/>
                      <a:tailEnd type="none" w="med" len="med"/>
                    </a:lnL>
                    <a:lnR w="12700" cap="flat" cmpd="sng" algn="ctr">
                      <a:solidFill>
                        <a:srgbClr val="8076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Year</a:t>
                      </a:r>
                    </a:p>
                  </a:txBody>
                  <a:tcPr anchor="b">
                    <a:lnL w="12700" cap="flat" cmpd="sng" algn="ctr">
                      <a:solidFill>
                        <a:srgbClr val="8076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Method/Model Used</a:t>
                      </a:r>
                    </a:p>
                  </a:txBody>
                  <a:tcPr anchor="b">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Key Findings</a:t>
                      </a:r>
                    </a:p>
                  </a:txBody>
                  <a:tcPr anchor="b">
                    <a:lnL w="12700" cap="flat" cmpd="sng" algn="ctr">
                      <a:solidFill>
                        <a:srgbClr val="206D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Limitations</a:t>
                      </a:r>
                    </a:p>
                  </a:txBody>
                  <a:tcPr anchor="b">
                    <a:lnL w="12700" cap="flat" cmpd="sng" algn="ctr">
                      <a:solidFill>
                        <a:srgbClr val="6072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2084460391"/>
                  </a:ext>
                </a:extLst>
              </a:tr>
              <a:tr h="0">
                <a:tc>
                  <a:txBody>
                    <a:bodyPr/>
                    <a:lstStyle/>
                    <a:p>
                      <a:pPr algn="ctr" fontAlgn="base" latinLnBrk="0">
                        <a:buNone/>
                      </a:pPr>
                      <a:r>
                        <a:rPr lang="en-IN">
                          <a:effectLst/>
                          <a:latin typeface="Times New Roman" panose="02020603050405020304" pitchFamily="18" charset="0"/>
                          <a:cs typeface="Times New Roman" panose="02020603050405020304" pitchFamily="18" charset="0"/>
                        </a:rPr>
                        <a:t>1</a:t>
                      </a:r>
                    </a:p>
                  </a:txBody>
                  <a:tcPr anchor="ctr">
                    <a:lnL w="12700" cap="flat" cmpd="sng" algn="ctr">
                      <a:solidFill>
                        <a:srgbClr val="6072B9"/>
                      </a:solidFill>
                      <a:prstDash val="solid"/>
                      <a:round/>
                      <a:headEnd type="none" w="med" len="med"/>
                      <a:tailEnd type="none" w="med" len="med"/>
                    </a:lnL>
                    <a:lnR w="12700" cap="flat" cmpd="sng" algn="ctr">
                      <a:solidFill>
                        <a:srgbClr val="006F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8076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006F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006F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E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2023</a:t>
                      </a:r>
                    </a:p>
                  </a:txBody>
                  <a:tcPr anchor="ctr">
                    <a:lnL w="12700" cap="flat" cmpd="sng" algn="ctr">
                      <a:solidFill>
                        <a:srgbClr val="206D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70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ANN</a:t>
                      </a:r>
                    </a:p>
                  </a:txBody>
                  <a:tcPr anchor="ctr">
                    <a:lnL w="12700" cap="flat" cmpd="sng" algn="ctr">
                      <a:solidFill>
                        <a:srgbClr val="6072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High accuracy but slow</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Needs large data</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3007144641"/>
                  </a:ext>
                </a:extLst>
              </a:tr>
              <a:tr h="0">
                <a:tc>
                  <a:txBody>
                    <a:bodyPr/>
                    <a:lstStyle/>
                    <a:p>
                      <a:pPr algn="ctr" fontAlgn="base" latinLnBrk="0">
                        <a:buNone/>
                      </a:pPr>
                      <a:r>
                        <a:rPr lang="en-IN">
                          <a:effectLst/>
                          <a:latin typeface="Times New Roman" panose="02020603050405020304" pitchFamily="18" charset="0"/>
                          <a:cs typeface="Times New Roman" panose="02020603050405020304" pitchFamily="18" charset="0"/>
                        </a:rPr>
                        <a:t>2</a:t>
                      </a:r>
                    </a:p>
                  </a:txBody>
                  <a:tcPr anchor="ctr">
                    <a:lnL w="12700" cap="flat" cmpd="sng" algn="ctr">
                      <a:solidFill>
                        <a:srgbClr val="8076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8076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a:t>
                      </a:r>
                    </a:p>
                  </a:txBody>
                  <a:tcPr anchor="ctr">
                    <a:lnL w="12700" cap="flat" cmpd="sng" algn="ctr">
                      <a:solidFill>
                        <a:srgbClr val="6072B9"/>
                      </a:solidFill>
                      <a:prstDash val="solid"/>
                      <a:round/>
                      <a:headEnd type="none" w="med" len="med"/>
                      <a:tailEnd type="none" w="med" len="med"/>
                    </a:lnL>
                    <a:lnR w="12700" cap="flat" cmpd="sng" algn="ctr">
                      <a:solidFill>
                        <a:srgbClr val="E06D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E06DB9"/>
                      </a:solidFill>
                      <a:prstDash val="solid"/>
                      <a:round/>
                      <a:headEnd type="none" w="med" len="med"/>
                      <a:tailEnd type="none" w="med" len="med"/>
                    </a:lnL>
                    <a:lnR w="12700" cap="flat" cmpd="sng" algn="ctr">
                      <a:solidFill>
                        <a:srgbClr val="2070B9"/>
                      </a:solidFill>
                      <a:prstDash val="solid"/>
                      <a:round/>
                      <a:headEnd type="none" w="med" len="med"/>
                      <a:tailEnd type="none" w="med" len="med"/>
                    </a:lnR>
                    <a:lnT w="12700" cap="flat" cmpd="sng" algn="ctr">
                      <a:solidFill>
                        <a:srgbClr val="E06DB9"/>
                      </a:solidFill>
                      <a:prstDash val="solid"/>
                      <a:round/>
                      <a:headEnd type="none" w="med" len="med"/>
                      <a:tailEnd type="none" w="med" len="med"/>
                    </a:lnT>
                    <a:lnB w="12700" cap="flat" cmpd="sng" algn="ctr">
                      <a:solidFill>
                        <a:srgbClr val="E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2024</a:t>
                      </a:r>
                    </a:p>
                  </a:txBody>
                  <a:tcPr anchor="ctr">
                    <a:lnL w="12700" cap="flat" cmpd="sng" algn="ctr">
                      <a:solidFill>
                        <a:srgbClr val="2070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70B9"/>
                      </a:solidFill>
                      <a:prstDash val="solid"/>
                      <a:round/>
                      <a:headEnd type="none" w="med" len="med"/>
                      <a:tailEnd type="none" w="med" len="med"/>
                    </a:lnT>
                    <a:lnB w="12700" cap="flat" cmpd="sng" algn="ctr">
                      <a:solidFill>
                        <a:srgbClr val="2070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SVM</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Fast, small data OK</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Less accurate</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1728111180"/>
                  </a:ext>
                </a:extLst>
              </a:tr>
            </a:tbl>
          </a:graphicData>
        </a:graphic>
      </p:graphicFrame>
      <p:sp>
        <p:nvSpPr>
          <p:cNvPr id="9" name="Rectangle 1">
            <a:extLst>
              <a:ext uri="{FF2B5EF4-FFF2-40B4-BE49-F238E27FC236}">
                <a16:creationId xmlns:a16="http://schemas.microsoft.com/office/drawing/2014/main" id="{0E781B8C-ED58-D6AF-171A-6CAECEF18AA4}"/>
              </a:ext>
            </a:extLst>
          </p:cNvPr>
          <p:cNvSpPr>
            <a:spLocks noChangeArrowheads="1"/>
          </p:cNvSpPr>
          <p:nvPr/>
        </p:nvSpPr>
        <p:spPr bwMode="auto">
          <a:xfrm>
            <a:off x="3359150" y="20812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br>
              <a:rPr kumimoji="0" lang="en-US" altLang="en-US" sz="1200" b="0" i="0" u="none" strike="noStrike" cap="none" normalizeH="0" baseline="0">
                <a:ln>
                  <a:noFill/>
                </a:ln>
                <a:solidFill>
                  <a:schemeClr val="tx1"/>
                </a:solidFill>
                <a:effectLst/>
                <a:latin typeface="pplxSerif"/>
              </a:rPr>
            </a:br>
            <a:endParaRPr kumimoji="0" lang="en-US" altLang="en-US" sz="1200" b="0" i="0" u="none" strike="noStrike" cap="none" normalizeH="0" baseline="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33B5CFD-1D9F-B4D5-2335-CD82413B31DE}"/>
              </a:ext>
            </a:extLst>
          </p:cNvPr>
          <p:cNvSpPr txBox="1"/>
          <p:nvPr/>
        </p:nvSpPr>
        <p:spPr>
          <a:xfrm>
            <a:off x="3272712" y="4819084"/>
            <a:ext cx="6097554" cy="646331"/>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Include 3 to 5 key papers (adjust based on time).</a:t>
            </a:r>
          </a:p>
          <a:p>
            <a:pPr algn="l"/>
            <a:r>
              <a:rPr lang="en-US" b="0" i="0" dirty="0">
                <a:effectLst/>
                <a:latin typeface="Times New Roman" panose="02020603050405020304" pitchFamily="18" charset="0"/>
                <a:cs typeface="Times New Roman" panose="02020603050405020304" pitchFamily="18" charset="0"/>
              </a:rPr>
              <a:t>Keep text minimal, use </a:t>
            </a:r>
            <a:r>
              <a:rPr lang="en-US" b="1" i="0" dirty="0">
                <a:effectLst/>
                <a:latin typeface="Times New Roman" panose="02020603050405020304" pitchFamily="18" charset="0"/>
                <a:cs typeface="Times New Roman" panose="02020603050405020304" pitchFamily="18" charset="0"/>
              </a:rPr>
              <a:t>short phrases</a:t>
            </a:r>
            <a:r>
              <a:rPr lang="en-US" b="0" i="0" dirty="0">
                <a:effectLst/>
                <a:latin typeface="Times New Roman" panose="02020603050405020304" pitchFamily="18" charset="0"/>
                <a:cs typeface="Times New Roman" panose="02020603050405020304" pitchFamily="18" charset="0"/>
              </a:rPr>
              <a:t>, not full sentences.</a:t>
            </a:r>
          </a:p>
        </p:txBody>
      </p:sp>
      <p:pic>
        <p:nvPicPr>
          <p:cNvPr id="3075" name="Picture 3074" descr="temp_page_5.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6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CHALLENGES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6.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73545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REQUIREMENTS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Give Hardware &amp; Software Requirements</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7.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75065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Flow Chart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highlight>
                  <a:srgbClr val="FFFF00"/>
                </a:highlight>
                <a:latin typeface="Times New Roman" panose="02020603050405020304" pitchFamily="18" charset="0"/>
                <a:cs typeface="Times New Roman" panose="02020603050405020304" pitchFamily="18" charset="0"/>
              </a:rPr>
              <a:t>Give Flow Chart of  Your Project</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8.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413353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BLOCK DIAGRAM</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415772"/>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Give Block Diagram of Project</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9.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157569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TOOLS &amp; TECHNOLOGY USED</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138773"/>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0.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408792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PROJECT METHODLOGY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4370427"/>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Project Methodology that you have used to develop your project</a:t>
            </a:r>
            <a:r>
              <a:rPr lang="en-IN" dirty="0">
                <a:highlight>
                  <a:srgbClr val="FFFF00"/>
                </a:highlight>
              </a:rPr>
              <a:t>.</a:t>
            </a:r>
          </a:p>
          <a:p>
            <a:r>
              <a:rPr lang="en-IN" sz="1600" dirty="0">
                <a:highlight>
                  <a:srgbClr val="FFFF00"/>
                </a:highlight>
                <a:latin typeface="Times New Roman" panose="02020603050405020304" pitchFamily="18" charset="0"/>
                <a:cs typeface="Times New Roman" panose="02020603050405020304" pitchFamily="18" charset="0"/>
              </a:rPr>
              <a:t>Example: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Waterfall</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Spiral</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Agile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Rapid Application Development</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Evolutionary</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Iterative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Scrum</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Prototype</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DevOps</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Lean</a:t>
            </a:r>
          </a:p>
          <a:p>
            <a:endParaRPr lang="en-IN" sz="1600" dirty="0">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1.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382334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IMPLEMENTATION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077218"/>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your project’s work very clearly using screenshots of your project. Highly emphasise on this section and you may choose number of ppt slides for the same as per your needs. //10 to 15 ppt slides </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2.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1494987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TESTING</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32343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how, you have done testing of your projects and what, methodologies you have used for the same.</a:t>
            </a:r>
          </a:p>
          <a:p>
            <a:r>
              <a:rPr lang="en-IN" sz="1600" dirty="0">
                <a:highlight>
                  <a:srgbClr val="FFFF00"/>
                </a:highlight>
                <a:latin typeface="Times New Roman" panose="02020603050405020304" pitchFamily="18" charset="0"/>
                <a:cs typeface="Times New Roman" panose="02020603050405020304" pitchFamily="18" charset="0"/>
              </a:rPr>
              <a:t>Example:</a:t>
            </a:r>
          </a:p>
          <a:p>
            <a:r>
              <a:rPr lang="en-IN" sz="1600" dirty="0">
                <a:highlight>
                  <a:srgbClr val="FFFF00"/>
                </a:highlight>
                <a:latin typeface="Times New Roman" panose="02020603050405020304" pitchFamily="18" charset="0"/>
                <a:cs typeface="Times New Roman" panose="02020603050405020304" pitchFamily="18" charset="0"/>
              </a:rPr>
              <a:t>Unit Testing, Integration Testing, System Testing, Alpha Testing, Beta Testing, Stress Testing, Smoke Testing, Load Testing etc.</a:t>
            </a: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3.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34765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APPLICATIONS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4.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83882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CONCLUSION AND FUTURE SCOPE</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075" name="Picture 3074" descr="temp_page_15.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2700966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REFERENCES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2F30BEE2-F405-FC8C-DE4F-9F1928540B5C}"/>
              </a:ext>
            </a:extLst>
          </p:cNvPr>
          <p:cNvSpPr txBox="1"/>
          <p:nvPr/>
        </p:nvSpPr>
        <p:spPr>
          <a:xfrm>
            <a:off x="323850" y="2750261"/>
            <a:ext cx="11544299" cy="646331"/>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 Kumar Sanjiv, Srilaxmi. P, Pandu </a:t>
            </a:r>
            <a:r>
              <a:rPr lang="en-US" sz="1800" dirty="0" err="1">
                <a:latin typeface="Times New Roman" panose="02020603050405020304" pitchFamily="18" charset="0"/>
                <a:cs typeface="Times New Roman" panose="02020603050405020304" pitchFamily="18" charset="0"/>
              </a:rPr>
              <a:t>Ranga.V</a:t>
            </a:r>
            <a:r>
              <a:rPr lang="en-US" sz="1800" dirty="0">
                <a:latin typeface="Times New Roman" panose="02020603050405020304" pitchFamily="18" charset="0"/>
                <a:cs typeface="Times New Roman" panose="02020603050405020304" pitchFamily="18" charset="0"/>
              </a:rPr>
              <a:t>, “Zigbee based Railway Gate Controlling” International Journal of Innovative Technology and Exploring Engineering (IJITEE) ISSN: 2278-3075, Volume-8 Issue-4S2 March, 2019.</a:t>
            </a:r>
          </a:p>
        </p:txBody>
      </p:sp>
      <p:sp>
        <p:nvSpPr>
          <p:cNvPr id="3" name="TextBox 2">
            <a:extLst>
              <a:ext uri="{FF2B5EF4-FFF2-40B4-BE49-F238E27FC236}">
                <a16:creationId xmlns:a16="http://schemas.microsoft.com/office/drawing/2014/main" id="{1F803C71-C991-769D-8927-77470764BEBD}"/>
              </a:ext>
            </a:extLst>
          </p:cNvPr>
          <p:cNvSpPr txBox="1"/>
          <p:nvPr/>
        </p:nvSpPr>
        <p:spPr>
          <a:xfrm>
            <a:off x="323850" y="1723526"/>
            <a:ext cx="11544299" cy="923330"/>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DR. Dr. I. M. </a:t>
            </a:r>
            <a:r>
              <a:rPr lang="en-US" sz="1800" dirty="0" err="1">
                <a:latin typeface="Times New Roman" panose="02020603050405020304" pitchFamily="18" charset="0"/>
                <a:cs typeface="Times New Roman" panose="02020603050405020304" pitchFamily="18" charset="0"/>
              </a:rPr>
              <a:t>Korachagaon</a:t>
            </a:r>
            <a:r>
              <a:rPr lang="en-US" sz="1800" dirty="0">
                <a:latin typeface="Times New Roman" panose="02020603050405020304" pitchFamily="18" charset="0"/>
                <a:cs typeface="Times New Roman" panose="02020603050405020304" pitchFamily="18" charset="0"/>
              </a:rPr>
              <a:t> et al, “Zigbee Based Railway Automation System with Advanced Applications,” International Journal of Innovations in Engineering, Research and Technology, IJIERT-ICITER-16, ISSN:2394-3696 26th June, 2016.</a:t>
            </a:r>
          </a:p>
        </p:txBody>
      </p:sp>
      <p:pic>
        <p:nvPicPr>
          <p:cNvPr id="3075" name="Picture 3074" descr="temp_page_16.png"/>
          <p:cNvPicPr>
            <a:picLocks noChangeAspect="1"/>
          </p:cNvPicPr>
          <p:nvPr/>
        </p:nvPicPr>
        <p:blipFill>
          <a:blip r:embed="rId3"/>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3041760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4098" name="Picture 2" descr="Campus Facilities | Invertis University">
            <a:extLst>
              <a:ext uri="{FF2B5EF4-FFF2-40B4-BE49-F238E27FC236}">
                <a16:creationId xmlns:a16="http://schemas.microsoft.com/office/drawing/2014/main" id="{6DB66C43-427D-84F2-1444-C892CBCB7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0982"/>
            <a:ext cx="12192000" cy="50958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062C66-869A-D16B-39A6-60A4C9E1E11C}"/>
              </a:ext>
            </a:extLst>
          </p:cNvPr>
          <p:cNvSpPr txBox="1"/>
          <p:nvPr/>
        </p:nvSpPr>
        <p:spPr>
          <a:xfrm>
            <a:off x="3545633" y="1327732"/>
            <a:ext cx="2761861" cy="523220"/>
          </a:xfrm>
          <a:prstGeom prst="rect">
            <a:avLst/>
          </a:prstGeom>
          <a:noFill/>
        </p:spPr>
        <p:txBody>
          <a:bodyPr wrap="square" rtlCol="0">
            <a:spAutoFit/>
          </a:bodyPr>
          <a:lstStyle/>
          <a:p>
            <a:pPr algn="ctr"/>
            <a:r>
              <a:rPr lang="en-IN" sz="2800" b="1" dirty="0">
                <a:solidFill>
                  <a:srgbClr val="FFFF00"/>
                </a:solidFill>
                <a:latin typeface="Times New Roman" panose="02020603050405020304" pitchFamily="18" charset="0"/>
                <a:cs typeface="Times New Roman" panose="02020603050405020304" pitchFamily="18" charset="0"/>
              </a:rPr>
              <a:t>THANK YOU</a:t>
            </a:r>
          </a:p>
        </p:txBody>
      </p:sp>
      <p:pic>
        <p:nvPicPr>
          <p:cNvPr id="4099" name="Picture 4098" descr="temp_page_17.png"/>
          <p:cNvPicPr>
            <a:picLocks noChangeAspect="1"/>
          </p:cNvPicPr>
          <p:nvPr/>
        </p:nvPicPr>
        <p:blipFill>
          <a:blip r:embed="rId4"/>
          <a:stretch>
            <a:fillRect/>
          </a:stretch>
        </p:blipFill>
        <p:spPr>
          <a:xfrm>
            <a:off x="914400" y="1371600"/>
            <a:ext cx="6508376" cy="5029200"/>
          </a:xfrm>
          <a:prstGeom prst="rect">
            <a:avLst/>
          </a:prstGeom>
        </p:spPr>
      </p:pic>
    </p:spTree>
    <p:extLst>
      <p:ext uri="{BB962C8B-B14F-4D97-AF65-F5344CB8AC3E}">
        <p14:creationId xmlns:p14="http://schemas.microsoft.com/office/powerpoint/2010/main" val="1737803966"/>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18.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19.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20.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21.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22.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23.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temp_page_24.png"/>
          <p:cNvPicPr>
            <a:picLocks noChangeAspect="1"/>
          </p:cNvPicPr>
          <p:nvPr/>
        </p:nvPicPr>
        <p:blipFill>
          <a:blip r:embed="rId2"/>
          <a:stretch>
            <a:fillRect/>
          </a:stretch>
        </p:blipFill>
        <p:spPr>
          <a:xfrm>
            <a:off x="914400" y="1371600"/>
            <a:ext cx="6508376"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484</Words>
  <Application>Microsoft Office PowerPoint</Application>
  <PresentationFormat>Widescreen</PresentationFormat>
  <Paragraphs>145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pplxSerif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 singh</dc:creator>
  <cp:lastModifiedBy>ravi singh</cp:lastModifiedBy>
  <cp:revision>19</cp:revision>
  <cp:lastPrinted>2023-11-03T15:13:17Z</cp:lastPrinted>
  <dcterms:created xsi:type="dcterms:W3CDTF">2023-11-03T13:19:18Z</dcterms:created>
  <dcterms:modified xsi:type="dcterms:W3CDTF">2026-04-02T17:23:59Z</dcterms:modified>
</cp:coreProperties>
</file>