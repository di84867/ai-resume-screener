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62" r:id="rId5"/>
    <p:sldId id="263" r:id="rId6"/>
    <p:sldId id="264" r:id="rId7"/>
    <p:sldId id="266" r:id="rId8"/>
    <p:sldId id="267" r:id="rId9"/>
    <p:sldId id="268" r:id="rId10"/>
    <p:sldId id="269" r:id="rId11"/>
    <p:sldId id="270" r:id="rId12"/>
    <p:sldId id="271" r:id="rId13"/>
    <p:sldId id="272" r:id="rId14"/>
    <p:sldId id="273" r:id="rId15"/>
    <p:sldId id="274" r:id="rId16"/>
    <p:sldId id="275" r:id="rId17"/>
    <p:sldId id="276" r:id="rId18"/>
    <p:sldId id="2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F485B-1BDF-056E-947A-A25CD4589E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27C3271-DC34-02DF-5D0A-599A76DD3D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857911-5632-0E98-9202-244938DA4915}"/>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A472C32C-C844-4C7B-4092-AA935D4A16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E30733-FEE1-0CD4-36AC-95B8D18B28F9}"/>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4102818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6798-B475-9E27-CA71-0F0E72259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5257DF-4834-F2AC-415A-30EDC90328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DDCD9-0365-E94C-DF92-52677880ABF0}"/>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4D713ADA-DD8B-0130-180B-F0A0255AAB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2BF70A-D246-D188-FBE8-AF27B2B31A74}"/>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324424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1CB69-2777-B806-1D61-DC895197CF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DB4976-2FED-0C59-C997-AC4723AC43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24D65-D9F4-0C22-EDF3-130100291CA8}"/>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889ABE02-F10D-FAA4-916B-AFA968D9F9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47DA8D-97F5-472A-E5F7-90B642FE2F09}"/>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57359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5C51-361B-5BD5-9C10-D3E12094D8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349B46-63D0-5996-9676-7B5B466032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30E71B-4E40-BAF7-F53F-1A9B67EED7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A78342-9FFA-C34B-4712-D36864C9077D}"/>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6" name="Footer Placeholder 5">
            <a:extLst>
              <a:ext uri="{FF2B5EF4-FFF2-40B4-BE49-F238E27FC236}">
                <a16:creationId xmlns:a16="http://schemas.microsoft.com/office/drawing/2014/main" id="{411E8C25-06B9-DDB2-1541-E7A186D262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063351-0FBF-E379-E830-35E906B8127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267095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6714-4B0B-CEE3-253D-DF2A7DC3E9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A5F006-44D2-E902-4F0F-E0A77ABD78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0777C9-3BBD-C6FF-F676-A847B03087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F7CB38-CB91-EFCB-FCD2-1B13B29460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1ECC62-B318-1684-C87F-94F266D6A9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8BBB1B-C7D9-2A76-5859-61E6236A789A}"/>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8" name="Footer Placeholder 7">
            <a:extLst>
              <a:ext uri="{FF2B5EF4-FFF2-40B4-BE49-F238E27FC236}">
                <a16:creationId xmlns:a16="http://schemas.microsoft.com/office/drawing/2014/main" id="{FDD69A58-160D-25DC-9515-3D84E0134D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691B72-CA2D-E08F-0D88-9E90F0FD776B}"/>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839216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C67B-0D9E-75F6-AF98-B97DD137A2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745234-3ECC-430C-E16E-7F381101E816}"/>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4" name="Footer Placeholder 3">
            <a:extLst>
              <a:ext uri="{FF2B5EF4-FFF2-40B4-BE49-F238E27FC236}">
                <a16:creationId xmlns:a16="http://schemas.microsoft.com/office/drawing/2014/main" id="{565193B7-3DC8-F820-B38A-6050C1DF72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742A1B-62E8-B09B-FD93-432E2594A13A}"/>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458077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361B46-116B-BBC1-8D9E-59067C349E03}"/>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3" name="Footer Placeholder 2">
            <a:extLst>
              <a:ext uri="{FF2B5EF4-FFF2-40B4-BE49-F238E27FC236}">
                <a16:creationId xmlns:a16="http://schemas.microsoft.com/office/drawing/2014/main" id="{396B82AB-83B9-F0A9-7EDD-F2486D06D7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A14CBC0-6B3D-5D91-1285-373036F3A17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553645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A153F-04D5-4305-8B06-47842CE36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EBDCB1-74C6-B77C-81DF-9FC3183774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F68667-DDA5-0E8A-E27C-2F56AAB60F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85A3A3-1463-2ECA-6054-53A7C1463050}"/>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6" name="Footer Placeholder 5">
            <a:extLst>
              <a:ext uri="{FF2B5EF4-FFF2-40B4-BE49-F238E27FC236}">
                <a16:creationId xmlns:a16="http://schemas.microsoft.com/office/drawing/2014/main" id="{8BA2CDCE-88AD-B5E7-B184-457604C0CA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9C8407-6624-4F01-2B1E-2EE578A048D7}"/>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450609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FE2D1-654B-D7A5-6CC4-6ABB3D741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2194C4-F5D8-EC89-BF13-D1F8536110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2C3727-0CDF-59A4-4A94-BE38D91FF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AB5133-DF09-6049-D71E-434BE11E8119}"/>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6" name="Footer Placeholder 5">
            <a:extLst>
              <a:ext uri="{FF2B5EF4-FFF2-40B4-BE49-F238E27FC236}">
                <a16:creationId xmlns:a16="http://schemas.microsoft.com/office/drawing/2014/main" id="{127421B0-E082-1575-28C8-FFAD8DC008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69E0B8-9853-060E-F9DD-72FAFE167E23}"/>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3441797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C072-246C-3A0A-DF2A-CF69C73B2F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9E5363-5FEB-A462-D336-CEC164D594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03744B-33D1-6463-03BE-F61A6FCA160F}"/>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26E4C4E9-21E7-011B-B19D-97DF058BAC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BAF6D2-8C3A-EFD2-54E4-4B09599F73D4}"/>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61134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C946C4-57E7-3993-9717-8CB48D17AA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F9F308-EB80-0EF2-D821-E66024B9D3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97EC2D-3030-4441-5B4B-0A3573FFAA37}"/>
              </a:ext>
            </a:extLst>
          </p:cNvPr>
          <p:cNvSpPr>
            <a:spLocks noGrp="1"/>
          </p:cNvSpPr>
          <p:nvPr>
            <p:ph type="dt" sz="half" idx="10"/>
          </p:nvPr>
        </p:nvSpPr>
        <p:spPr/>
        <p:txBody>
          <a:body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4B614C67-A153-1AFC-C229-A7D914144C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2F82D6-1973-2A5F-C90C-5517B58BE45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355740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85F57D-89FE-0B43-2DA9-9008AD01D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DECAA0-E027-EE56-1F30-CC435A6E6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A00942-4E92-C580-F893-FA885B8479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363FA3-CE44-49E0-8354-07FB39F117DD}" type="datetimeFigureOut">
              <a:rPr lang="en-IN" smtClean="0"/>
              <a:t>02-04-2026</a:t>
            </a:fld>
            <a:endParaRPr lang="en-IN"/>
          </a:p>
        </p:txBody>
      </p:sp>
      <p:sp>
        <p:nvSpPr>
          <p:cNvPr id="5" name="Footer Placeholder 4">
            <a:extLst>
              <a:ext uri="{FF2B5EF4-FFF2-40B4-BE49-F238E27FC236}">
                <a16:creationId xmlns:a16="http://schemas.microsoft.com/office/drawing/2014/main" id="{C70AC769-28E8-3E8B-D2A4-0C17FC9001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EF0E24-C8BF-8E85-4604-F8CDC2734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ECCE2C-6E46-49B8-B74C-AF0FA1CBD100}" type="slidenum">
              <a:rPr lang="en-IN" smtClean="0"/>
              <a:t>‹#›</a:t>
            </a:fld>
            <a:endParaRPr lang="en-IN"/>
          </a:p>
        </p:txBody>
      </p:sp>
    </p:spTree>
    <p:extLst>
      <p:ext uri="{BB962C8B-B14F-4D97-AF65-F5344CB8AC3E}">
        <p14:creationId xmlns:p14="http://schemas.microsoft.com/office/powerpoint/2010/main" val="1091911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32D6BE1-2562-4342-20F5-D4D7E1A2863D}"/>
              </a:ext>
            </a:extLst>
          </p:cNvPr>
          <p:cNvSpPr>
            <a:spLocks noGrp="1"/>
          </p:cNvSpPr>
          <p:nvPr>
            <p:ph type="subTitle" idx="1"/>
          </p:nvPr>
        </p:nvSpPr>
        <p:spPr>
          <a:xfrm>
            <a:off x="1188098" y="270588"/>
            <a:ext cx="9144000" cy="1655762"/>
          </a:xfrm>
        </p:spPr>
        <p:txBody>
          <a:bodyPr>
            <a:normAutofit fontScale="25000" lnSpcReduction="20000"/>
          </a:bodyPr>
          <a:lstStyle/>
          <a:p>
            <a:pPr marL="1905" algn="ctr">
              <a:lnSpc>
                <a:spcPct val="100000"/>
              </a:lnSpc>
            </a:pPr>
            <a:r>
              <a:rPr lang="en-US" sz="9600" spc="-5" dirty="0">
                <a:solidFill>
                  <a:srgbClr val="6F2F9F"/>
                </a:solidFill>
                <a:latin typeface="Times New Roman"/>
                <a:cs typeface="Times New Roman"/>
              </a:rPr>
              <a:t>“P</a:t>
            </a:r>
            <a:r>
              <a:rPr lang="en-US" sz="9600" spc="-10" dirty="0">
                <a:solidFill>
                  <a:srgbClr val="6F2F9F"/>
                </a:solidFill>
                <a:latin typeface="Times New Roman"/>
                <a:cs typeface="Times New Roman"/>
              </a:rPr>
              <a:t>R</a:t>
            </a:r>
            <a:r>
              <a:rPr lang="en-US" sz="9600" spc="-5" dirty="0">
                <a:solidFill>
                  <a:srgbClr val="6F2F9F"/>
                </a:solidFill>
                <a:latin typeface="Times New Roman"/>
                <a:cs typeface="Times New Roman"/>
              </a:rPr>
              <a:t>OJ</a:t>
            </a:r>
            <a:r>
              <a:rPr lang="en-US" sz="9600" spc="-10" dirty="0">
                <a:solidFill>
                  <a:srgbClr val="6F2F9F"/>
                </a:solidFill>
                <a:latin typeface="Times New Roman"/>
                <a:cs typeface="Times New Roman"/>
              </a:rPr>
              <a:t>E</a:t>
            </a:r>
            <a:r>
              <a:rPr lang="en-US" sz="9600" dirty="0">
                <a:solidFill>
                  <a:srgbClr val="6F2F9F"/>
                </a:solidFill>
                <a:latin typeface="Times New Roman"/>
                <a:cs typeface="Times New Roman"/>
              </a:rPr>
              <a:t>CT</a:t>
            </a:r>
            <a:r>
              <a:rPr lang="en-US" sz="9600" spc="-70" dirty="0">
                <a:solidFill>
                  <a:srgbClr val="6F2F9F"/>
                </a:solidFill>
                <a:latin typeface="Times New Roman"/>
                <a:cs typeface="Times New Roman"/>
              </a:rPr>
              <a:t> </a:t>
            </a:r>
            <a:r>
              <a:rPr lang="en-US" sz="9600" dirty="0">
                <a:solidFill>
                  <a:srgbClr val="6F2F9F"/>
                </a:solidFill>
                <a:latin typeface="Times New Roman"/>
                <a:cs typeface="Times New Roman"/>
              </a:rPr>
              <a:t>TIT</a:t>
            </a:r>
            <a:r>
              <a:rPr lang="en-US" sz="9600" spc="-10" dirty="0">
                <a:solidFill>
                  <a:srgbClr val="6F2F9F"/>
                </a:solidFill>
                <a:latin typeface="Times New Roman"/>
                <a:cs typeface="Times New Roman"/>
              </a:rPr>
              <a:t>L</a:t>
            </a:r>
            <a:r>
              <a:rPr lang="en-US" sz="9600" dirty="0">
                <a:solidFill>
                  <a:srgbClr val="6F2F9F"/>
                </a:solidFill>
                <a:latin typeface="Times New Roman"/>
                <a:cs typeface="Times New Roman"/>
              </a:rPr>
              <a:t>E”</a:t>
            </a:r>
            <a:endParaRPr lang="en-US" sz="9600" dirty="0">
              <a:latin typeface="Times New Roman"/>
              <a:cs typeface="Times New Roman"/>
            </a:endParaRPr>
          </a:p>
          <a:p>
            <a:pPr marL="12065" algn="ctr">
              <a:lnSpc>
                <a:spcPct val="100000"/>
              </a:lnSpc>
              <a:spcBef>
                <a:spcPts val="35"/>
              </a:spcBef>
            </a:pPr>
            <a:r>
              <a:rPr lang="en-US" sz="5600" spc="-15" dirty="0">
                <a:latin typeface="Times New Roman"/>
                <a:cs typeface="Times New Roman"/>
              </a:rPr>
              <a:t>A</a:t>
            </a:r>
            <a:endParaRPr lang="en-US" sz="5600" dirty="0">
              <a:latin typeface="Times New Roman"/>
              <a:cs typeface="Times New Roman"/>
            </a:endParaRPr>
          </a:p>
          <a:p>
            <a:pPr marL="241300" marR="186055" indent="-46355" algn="ctr">
              <a:lnSpc>
                <a:spcPct val="100000"/>
              </a:lnSpc>
            </a:pPr>
            <a:r>
              <a:rPr lang="en-US" sz="5600" spc="-15" dirty="0">
                <a:latin typeface="Times New Roman"/>
                <a:cs typeface="Times New Roman"/>
              </a:rPr>
              <a:t>P</a:t>
            </a:r>
            <a:r>
              <a:rPr lang="en-US" sz="5600" spc="-20" dirty="0">
                <a:latin typeface="Times New Roman"/>
                <a:cs typeface="Times New Roman"/>
              </a:rPr>
              <a:t>r</a:t>
            </a:r>
            <a:r>
              <a:rPr lang="en-US" sz="5600" spc="-10" dirty="0">
                <a:latin typeface="Times New Roman"/>
                <a:cs typeface="Times New Roman"/>
              </a:rPr>
              <a:t>oject Work</a:t>
            </a:r>
            <a:r>
              <a:rPr lang="en-US" sz="5600" spc="25" dirty="0">
                <a:latin typeface="Times New Roman"/>
                <a:cs typeface="Times New Roman"/>
              </a:rPr>
              <a:t> </a:t>
            </a:r>
            <a:r>
              <a:rPr lang="en-US" sz="5600" spc="-15" dirty="0">
                <a:latin typeface="Times New Roman"/>
                <a:cs typeface="Times New Roman"/>
              </a:rPr>
              <a:t>P</a:t>
            </a:r>
            <a:r>
              <a:rPr lang="en-US" sz="5600" spc="-10" dirty="0">
                <a:latin typeface="Times New Roman"/>
                <a:cs typeface="Times New Roman"/>
              </a:rPr>
              <a:t>o</a:t>
            </a:r>
            <a:r>
              <a:rPr lang="en-US" sz="5600" spc="-15" dirty="0">
                <a:latin typeface="Times New Roman"/>
                <a:cs typeface="Times New Roman"/>
              </a:rPr>
              <a:t>we</a:t>
            </a:r>
            <a:r>
              <a:rPr lang="en-US" sz="5600" spc="-10" dirty="0">
                <a:latin typeface="Times New Roman"/>
                <a:cs typeface="Times New Roman"/>
              </a:rPr>
              <a:t>r</a:t>
            </a:r>
            <a:r>
              <a:rPr lang="en-US" sz="5600" dirty="0">
                <a:latin typeface="Times New Roman"/>
                <a:cs typeface="Times New Roman"/>
              </a:rPr>
              <a:t> </a:t>
            </a:r>
            <a:r>
              <a:rPr lang="en-US" sz="5600" spc="-10" dirty="0">
                <a:latin typeface="Times New Roman"/>
                <a:cs typeface="Times New Roman"/>
              </a:rPr>
              <a:t>Point</a:t>
            </a:r>
            <a:r>
              <a:rPr lang="en-US" sz="5600" spc="-5" dirty="0">
                <a:latin typeface="Times New Roman"/>
                <a:cs typeface="Times New Roman"/>
              </a:rPr>
              <a:t> </a:t>
            </a:r>
            <a:r>
              <a:rPr lang="en-US" sz="5600" spc="-15" dirty="0">
                <a:latin typeface="Times New Roman"/>
                <a:cs typeface="Times New Roman"/>
              </a:rPr>
              <a:t>Pr</a:t>
            </a:r>
            <a:r>
              <a:rPr lang="en-US" sz="5600" spc="-10" dirty="0">
                <a:latin typeface="Times New Roman"/>
                <a:cs typeface="Times New Roman"/>
              </a:rPr>
              <a:t>ese</a:t>
            </a:r>
            <a:r>
              <a:rPr lang="en-US" sz="5600" spc="-5" dirty="0">
                <a:latin typeface="Times New Roman"/>
                <a:cs typeface="Times New Roman"/>
              </a:rPr>
              <a:t>n</a:t>
            </a:r>
            <a:r>
              <a:rPr lang="en-US" sz="5600" spc="-10" dirty="0">
                <a:latin typeface="Times New Roman"/>
                <a:cs typeface="Times New Roman"/>
              </a:rPr>
              <a:t>tation</a:t>
            </a:r>
            <a:r>
              <a:rPr lang="en-US" sz="5600" spc="35" dirty="0">
                <a:latin typeface="Times New Roman"/>
                <a:cs typeface="Times New Roman"/>
              </a:rPr>
              <a:t> </a:t>
            </a:r>
            <a:endParaRPr lang="en-US" sz="5600" spc="-10" dirty="0">
              <a:latin typeface="Times New Roman"/>
              <a:cs typeface="Times New Roman"/>
            </a:endParaRPr>
          </a:p>
          <a:p>
            <a:pPr marL="241300" marR="186055" indent="-46355" algn="ctr">
              <a:lnSpc>
                <a:spcPct val="100000"/>
              </a:lnSpc>
            </a:pPr>
            <a:r>
              <a:rPr lang="en-US" sz="5600" spc="-15" dirty="0">
                <a:latin typeface="Times New Roman"/>
                <a:cs typeface="Times New Roman"/>
              </a:rPr>
              <a:t>S</a:t>
            </a:r>
            <a:r>
              <a:rPr lang="en-US" sz="5600" spc="-10" dirty="0">
                <a:latin typeface="Times New Roman"/>
                <a:cs typeface="Times New Roman"/>
              </a:rPr>
              <a:t>ub</a:t>
            </a:r>
            <a:r>
              <a:rPr lang="en-US" sz="5600" spc="-45" dirty="0">
                <a:latin typeface="Times New Roman"/>
                <a:cs typeface="Times New Roman"/>
              </a:rPr>
              <a:t>m</a:t>
            </a:r>
            <a:r>
              <a:rPr lang="en-US" sz="5600" spc="-10" dirty="0">
                <a:latin typeface="Times New Roman"/>
                <a:cs typeface="Times New Roman"/>
              </a:rPr>
              <a:t>itted</a:t>
            </a:r>
            <a:r>
              <a:rPr lang="en-US" sz="5600" spc="55" dirty="0">
                <a:latin typeface="Times New Roman"/>
                <a:cs typeface="Times New Roman"/>
              </a:rPr>
              <a:t> </a:t>
            </a:r>
            <a:r>
              <a:rPr lang="en-US" sz="5600" spc="-10" dirty="0">
                <a:latin typeface="Times New Roman"/>
                <a:cs typeface="Times New Roman"/>
              </a:rPr>
              <a:t>in</a:t>
            </a:r>
            <a:r>
              <a:rPr lang="en-US" sz="5600" dirty="0">
                <a:latin typeface="Times New Roman"/>
                <a:cs typeface="Times New Roman"/>
              </a:rPr>
              <a:t> </a:t>
            </a:r>
            <a:r>
              <a:rPr lang="en-US" sz="5600" spc="-10" dirty="0">
                <a:latin typeface="Times New Roman"/>
                <a:cs typeface="Times New Roman"/>
              </a:rPr>
              <a:t>partial</a:t>
            </a:r>
            <a:r>
              <a:rPr lang="en-US" sz="5600" spc="30" dirty="0">
                <a:latin typeface="Times New Roman"/>
                <a:cs typeface="Times New Roman"/>
              </a:rPr>
              <a:t> </a:t>
            </a:r>
            <a:r>
              <a:rPr lang="en-US" sz="5600" spc="-5" dirty="0">
                <a:latin typeface="Times New Roman"/>
                <a:cs typeface="Times New Roman"/>
              </a:rPr>
              <a:t>f</a:t>
            </a:r>
            <a:r>
              <a:rPr lang="en-US" sz="5600" spc="-10" dirty="0">
                <a:latin typeface="Times New Roman"/>
                <a:cs typeface="Times New Roman"/>
              </a:rPr>
              <a:t>ul</a:t>
            </a:r>
            <a:r>
              <a:rPr lang="en-US" sz="5600" spc="-5" dirty="0">
                <a:latin typeface="Times New Roman"/>
                <a:cs typeface="Times New Roman"/>
              </a:rPr>
              <a:t>fil</a:t>
            </a:r>
            <a:r>
              <a:rPr lang="en-US" sz="5600" spc="-45" dirty="0">
                <a:latin typeface="Times New Roman"/>
                <a:cs typeface="Times New Roman"/>
              </a:rPr>
              <a:t>m</a:t>
            </a:r>
            <a:r>
              <a:rPr lang="en-US" sz="5600" spc="-10" dirty="0">
                <a:latin typeface="Times New Roman"/>
                <a:cs typeface="Times New Roman"/>
              </a:rPr>
              <a:t>ent</a:t>
            </a:r>
            <a:r>
              <a:rPr lang="en-US" sz="5600" spc="55" dirty="0">
                <a:latin typeface="Times New Roman"/>
                <a:cs typeface="Times New Roman"/>
              </a:rPr>
              <a:t> </a:t>
            </a:r>
            <a:r>
              <a:rPr lang="en-US" sz="5600" spc="-10" dirty="0">
                <a:latin typeface="Times New Roman"/>
                <a:cs typeface="Times New Roman"/>
              </a:rPr>
              <a:t>of</a:t>
            </a:r>
            <a:r>
              <a:rPr lang="en-US" sz="5600" spc="5" dirty="0">
                <a:latin typeface="Times New Roman"/>
                <a:cs typeface="Times New Roman"/>
              </a:rPr>
              <a:t> </a:t>
            </a:r>
            <a:r>
              <a:rPr lang="en-US" sz="5600" spc="-10" dirty="0">
                <a:latin typeface="Times New Roman"/>
                <a:cs typeface="Times New Roman"/>
              </a:rPr>
              <a:t>the</a:t>
            </a:r>
            <a:r>
              <a:rPr lang="en-US" sz="5600" spc="5" dirty="0">
                <a:latin typeface="Times New Roman"/>
                <a:cs typeface="Times New Roman"/>
              </a:rPr>
              <a:t> </a:t>
            </a:r>
            <a:r>
              <a:rPr lang="en-US" sz="5600" spc="-10" dirty="0">
                <a:latin typeface="Times New Roman"/>
                <a:cs typeface="Times New Roman"/>
              </a:rPr>
              <a:t>req</a:t>
            </a:r>
            <a:r>
              <a:rPr lang="en-US" sz="5600" spc="-5" dirty="0">
                <a:latin typeface="Times New Roman"/>
                <a:cs typeface="Times New Roman"/>
              </a:rPr>
              <a:t>u</a:t>
            </a:r>
            <a:r>
              <a:rPr lang="en-US" sz="5600" spc="-10" dirty="0">
                <a:latin typeface="Times New Roman"/>
                <a:cs typeface="Times New Roman"/>
              </a:rPr>
              <a:t>ire</a:t>
            </a:r>
            <a:r>
              <a:rPr lang="en-US" sz="5600" spc="-50" dirty="0">
                <a:latin typeface="Times New Roman"/>
                <a:cs typeface="Times New Roman"/>
              </a:rPr>
              <a:t>m</a:t>
            </a:r>
            <a:r>
              <a:rPr lang="en-US" sz="5600" spc="-10" dirty="0">
                <a:latin typeface="Times New Roman"/>
                <a:cs typeface="Times New Roman"/>
              </a:rPr>
              <a:t>e</a:t>
            </a:r>
            <a:r>
              <a:rPr lang="en-US" sz="5600" spc="0" dirty="0">
                <a:latin typeface="Times New Roman"/>
                <a:cs typeface="Times New Roman"/>
              </a:rPr>
              <a:t>n</a:t>
            </a:r>
            <a:r>
              <a:rPr lang="en-US" sz="5600" spc="-10" dirty="0">
                <a:latin typeface="Times New Roman"/>
                <a:cs typeface="Times New Roman"/>
              </a:rPr>
              <a:t>ts</a:t>
            </a:r>
            <a:r>
              <a:rPr lang="en-US" sz="5600" spc="55" dirty="0">
                <a:latin typeface="Times New Roman"/>
                <a:cs typeface="Times New Roman"/>
              </a:rPr>
              <a:t> </a:t>
            </a:r>
            <a:r>
              <a:rPr lang="en-US" sz="5600" spc="-5" dirty="0">
                <a:latin typeface="Times New Roman"/>
                <a:cs typeface="Times New Roman"/>
              </a:rPr>
              <a:t>f</a:t>
            </a:r>
            <a:r>
              <a:rPr lang="en-US" sz="5600" spc="-10" dirty="0">
                <a:latin typeface="Times New Roman"/>
                <a:cs typeface="Times New Roman"/>
              </a:rPr>
              <a:t>or</a:t>
            </a:r>
            <a:r>
              <a:rPr lang="en-US" sz="5600" dirty="0">
                <a:latin typeface="Times New Roman"/>
                <a:cs typeface="Times New Roman"/>
              </a:rPr>
              <a:t> </a:t>
            </a:r>
            <a:r>
              <a:rPr lang="en-US" sz="5600" spc="-10" dirty="0">
                <a:latin typeface="Times New Roman"/>
                <a:cs typeface="Times New Roman"/>
              </a:rPr>
              <a:t>the</a:t>
            </a:r>
            <a:r>
              <a:rPr lang="en-US" sz="5600" spc="-5" dirty="0">
                <a:latin typeface="Times New Roman"/>
                <a:cs typeface="Times New Roman"/>
              </a:rPr>
              <a:t> </a:t>
            </a:r>
            <a:r>
              <a:rPr lang="en-US" sz="5600" spc="-10" dirty="0">
                <a:latin typeface="Times New Roman"/>
                <a:cs typeface="Times New Roman"/>
              </a:rPr>
              <a:t>de</a:t>
            </a:r>
            <a:r>
              <a:rPr lang="en-US" sz="5600" spc="-5" dirty="0">
                <a:latin typeface="Times New Roman"/>
                <a:cs typeface="Times New Roman"/>
              </a:rPr>
              <a:t>g</a:t>
            </a:r>
            <a:r>
              <a:rPr lang="en-US" sz="5600" spc="-10" dirty="0">
                <a:latin typeface="Times New Roman"/>
                <a:cs typeface="Times New Roman"/>
              </a:rPr>
              <a:t>ree</a:t>
            </a:r>
            <a:r>
              <a:rPr lang="en-US" sz="5600" spc="-5" dirty="0">
                <a:latin typeface="Times New Roman"/>
                <a:cs typeface="Times New Roman"/>
              </a:rPr>
              <a:t> of</a:t>
            </a:r>
          </a:p>
          <a:p>
            <a:pPr marL="241300" marR="186055" indent="-46355" algn="ctr">
              <a:lnSpc>
                <a:spcPct val="100000"/>
              </a:lnSpc>
            </a:pPr>
            <a:endParaRPr lang="en-US" sz="6400" dirty="0">
              <a:latin typeface="Times New Roman"/>
              <a:cs typeface="Times New Roman"/>
            </a:endParaRPr>
          </a:p>
          <a:p>
            <a:pPr marL="6350" algn="ctr">
              <a:lnSpc>
                <a:spcPct val="100000"/>
              </a:lnSpc>
              <a:spcBef>
                <a:spcPts val="5"/>
              </a:spcBef>
            </a:pPr>
            <a:r>
              <a:rPr lang="en-US" sz="6400" b="1" dirty="0">
                <a:solidFill>
                  <a:srgbClr val="FF0000"/>
                </a:solidFill>
                <a:latin typeface="Times New Roman"/>
                <a:cs typeface="Times New Roman"/>
              </a:rPr>
              <a:t>B</a:t>
            </a:r>
            <a:r>
              <a:rPr lang="en-US" sz="6400" b="1" spc="-10" dirty="0">
                <a:solidFill>
                  <a:srgbClr val="FF0000"/>
                </a:solidFill>
                <a:latin typeface="Times New Roman"/>
                <a:cs typeface="Times New Roman"/>
              </a:rPr>
              <a:t>AC</a:t>
            </a:r>
            <a:r>
              <a:rPr lang="en-US" sz="6400" b="1" dirty="0">
                <a:solidFill>
                  <a:srgbClr val="FF0000"/>
                </a:solidFill>
                <a:latin typeface="Times New Roman"/>
                <a:cs typeface="Times New Roman"/>
              </a:rPr>
              <a:t>HELOR OF</a:t>
            </a:r>
            <a:r>
              <a:rPr lang="en-US" sz="6400" b="1" spc="-95" dirty="0">
                <a:solidFill>
                  <a:srgbClr val="FF0000"/>
                </a:solidFill>
                <a:latin typeface="Times New Roman"/>
                <a:cs typeface="Times New Roman"/>
              </a:rPr>
              <a:t> </a:t>
            </a:r>
            <a:r>
              <a:rPr lang="en-US" sz="6400" b="1" dirty="0">
                <a:solidFill>
                  <a:srgbClr val="FF0000"/>
                </a:solidFill>
                <a:latin typeface="Times New Roman"/>
                <a:cs typeface="Times New Roman"/>
              </a:rPr>
              <a:t>TE</a:t>
            </a:r>
            <a:r>
              <a:rPr lang="en-US" sz="6400" b="1" spc="-10" dirty="0">
                <a:solidFill>
                  <a:srgbClr val="FF0000"/>
                </a:solidFill>
                <a:latin typeface="Times New Roman"/>
                <a:cs typeface="Times New Roman"/>
              </a:rPr>
              <a:t>C</a:t>
            </a:r>
            <a:r>
              <a:rPr lang="en-US" sz="6400" b="1" dirty="0">
                <a:solidFill>
                  <a:srgbClr val="FF0000"/>
                </a:solidFill>
                <a:latin typeface="Times New Roman"/>
                <a:cs typeface="Times New Roman"/>
              </a:rPr>
              <a:t>H</a:t>
            </a:r>
            <a:r>
              <a:rPr lang="en-US" sz="6400" b="1" spc="-10" dirty="0">
                <a:solidFill>
                  <a:srgbClr val="FF0000"/>
                </a:solidFill>
                <a:latin typeface="Times New Roman"/>
                <a:cs typeface="Times New Roman"/>
              </a:rPr>
              <a:t>N</a:t>
            </a:r>
            <a:r>
              <a:rPr lang="en-US" sz="6400" b="1" dirty="0">
                <a:solidFill>
                  <a:srgbClr val="FF0000"/>
                </a:solidFill>
                <a:latin typeface="Times New Roman"/>
                <a:cs typeface="Times New Roman"/>
              </a:rPr>
              <a:t>OLOGY</a:t>
            </a:r>
            <a:endParaRPr lang="en-US" sz="6400" dirty="0">
              <a:latin typeface="Times New Roman"/>
              <a:cs typeface="Times New Roman"/>
            </a:endParaRPr>
          </a:p>
          <a:p>
            <a:pPr algn="ctr">
              <a:lnSpc>
                <a:spcPct val="100000"/>
              </a:lnSpc>
            </a:pPr>
            <a:r>
              <a:rPr lang="en-US" sz="5600" spc="5" dirty="0">
                <a:latin typeface="Times New Roman"/>
                <a:cs typeface="Times New Roman"/>
              </a:rPr>
              <a:t>In</a:t>
            </a:r>
            <a:endParaRPr lang="en-US" sz="5600" dirty="0">
              <a:latin typeface="Times New Roman"/>
              <a:cs typeface="Times New Roman"/>
            </a:endParaRPr>
          </a:p>
          <a:p>
            <a:pPr algn="ctr">
              <a:lnSpc>
                <a:spcPct val="100000"/>
              </a:lnSpc>
            </a:pPr>
            <a:r>
              <a:rPr lang="en-US" sz="6400" b="1" spc="-10" dirty="0">
                <a:solidFill>
                  <a:srgbClr val="FF0000"/>
                </a:solidFill>
                <a:latin typeface="Times New Roman"/>
                <a:cs typeface="Times New Roman"/>
              </a:rPr>
              <a:t>COMPUTER SCIENCE &amp; ENGINEERING</a:t>
            </a:r>
            <a:endParaRPr lang="en-US" sz="6400" dirty="0">
              <a:latin typeface="Times New Roman"/>
              <a:cs typeface="Times New Roman"/>
            </a:endParaRPr>
          </a:p>
          <a:p>
            <a:pPr marL="1905" algn="ctr">
              <a:lnSpc>
                <a:spcPct val="100000"/>
              </a:lnSpc>
            </a:pPr>
            <a:r>
              <a:rPr lang="en-US" sz="5600" dirty="0">
                <a:latin typeface="Times New Roman"/>
                <a:cs typeface="Times New Roman"/>
              </a:rPr>
              <a:t>By</a:t>
            </a:r>
          </a:p>
          <a:p>
            <a:pPr algn="ctr">
              <a:lnSpc>
                <a:spcPct val="100000"/>
              </a:lnSpc>
            </a:pPr>
            <a:r>
              <a:rPr lang="en-US" sz="5600" dirty="0">
                <a:solidFill>
                  <a:srgbClr val="00AF50"/>
                </a:solidFill>
                <a:latin typeface="Times New Roman"/>
                <a:cs typeface="Times New Roman"/>
              </a:rPr>
              <a:t>(</a:t>
            </a:r>
            <a:r>
              <a:rPr lang="en-US" sz="5600" spc="-10" dirty="0">
                <a:solidFill>
                  <a:srgbClr val="00AF50"/>
                </a:solidFill>
                <a:latin typeface="Times New Roman"/>
                <a:cs typeface="Times New Roman"/>
              </a:rPr>
              <a:t>N</a:t>
            </a:r>
            <a:r>
              <a:rPr lang="en-US" sz="5600" dirty="0">
                <a:solidFill>
                  <a:srgbClr val="00AF50"/>
                </a:solidFill>
                <a:latin typeface="Times New Roman"/>
                <a:cs typeface="Times New Roman"/>
              </a:rPr>
              <a:t>a</a:t>
            </a:r>
            <a:r>
              <a:rPr lang="en-US" sz="5600" spc="-25" dirty="0">
                <a:solidFill>
                  <a:srgbClr val="00AF50"/>
                </a:solidFill>
                <a:latin typeface="Times New Roman"/>
                <a:cs typeface="Times New Roman"/>
              </a:rPr>
              <a:t>m</a:t>
            </a:r>
            <a:r>
              <a:rPr lang="en-US" sz="5600" dirty="0">
                <a:solidFill>
                  <a:srgbClr val="00AF50"/>
                </a:solidFill>
                <a:latin typeface="Times New Roman"/>
                <a:cs typeface="Times New Roman"/>
              </a:rPr>
              <a:t>e:</a:t>
            </a:r>
            <a:r>
              <a:rPr lang="en-US" sz="5600" spc="10" dirty="0">
                <a:solidFill>
                  <a:srgbClr val="00AF50"/>
                </a:solidFill>
                <a:latin typeface="Times New Roman"/>
                <a:cs typeface="Times New Roman"/>
              </a:rPr>
              <a:t> 1</a:t>
            </a:r>
            <a:r>
              <a:rPr lang="en-US" sz="5600" dirty="0">
                <a:solidFill>
                  <a:srgbClr val="00AF50"/>
                </a:solidFill>
                <a:latin typeface="Times New Roman"/>
                <a:cs typeface="Times New Roman"/>
              </a:rPr>
              <a:t>,</a:t>
            </a:r>
            <a:r>
              <a:rPr lang="en-US" sz="5600" spc="-5" dirty="0">
                <a:solidFill>
                  <a:srgbClr val="00AF50"/>
                </a:solidFill>
                <a:latin typeface="Times New Roman"/>
                <a:cs typeface="Times New Roman"/>
              </a:rPr>
              <a:t> </a:t>
            </a:r>
            <a:r>
              <a:rPr lang="en-US" sz="5600" dirty="0">
                <a:solidFill>
                  <a:srgbClr val="00AF50"/>
                </a:solidFill>
                <a:latin typeface="Times New Roman"/>
                <a:cs typeface="Times New Roman"/>
              </a:rPr>
              <a:t>2,</a:t>
            </a:r>
            <a:r>
              <a:rPr lang="en-US" sz="5600" spc="-20" dirty="0">
                <a:solidFill>
                  <a:srgbClr val="00AF50"/>
                </a:solidFill>
                <a:latin typeface="Times New Roman"/>
                <a:cs typeface="Times New Roman"/>
              </a:rPr>
              <a:t> </a:t>
            </a:r>
            <a:r>
              <a:rPr lang="en-US" sz="5600" dirty="0">
                <a:solidFill>
                  <a:srgbClr val="00AF50"/>
                </a:solidFill>
                <a:latin typeface="Times New Roman"/>
                <a:cs typeface="Times New Roman"/>
              </a:rPr>
              <a:t>3,</a:t>
            </a:r>
            <a:r>
              <a:rPr lang="en-US" sz="5600" spc="-5" dirty="0">
                <a:solidFill>
                  <a:srgbClr val="00AF50"/>
                </a:solidFill>
                <a:latin typeface="Times New Roman"/>
                <a:cs typeface="Times New Roman"/>
              </a:rPr>
              <a:t> </a:t>
            </a:r>
            <a:r>
              <a:rPr lang="en-US" sz="5600" dirty="0">
                <a:solidFill>
                  <a:srgbClr val="00AF50"/>
                </a:solidFill>
                <a:latin typeface="Times New Roman"/>
                <a:cs typeface="Times New Roman"/>
              </a:rPr>
              <a:t>4</a:t>
            </a:r>
            <a:r>
              <a:rPr lang="en-US" sz="5600" spc="5" dirty="0">
                <a:solidFill>
                  <a:srgbClr val="00AF50"/>
                </a:solidFill>
                <a:latin typeface="Times New Roman"/>
                <a:cs typeface="Times New Roman"/>
              </a:rPr>
              <a:t>, 5 &amp; 6</a:t>
            </a:r>
            <a:r>
              <a:rPr lang="en-US" sz="5600" dirty="0">
                <a:solidFill>
                  <a:srgbClr val="00AF50"/>
                </a:solidFill>
                <a:latin typeface="Times New Roman"/>
                <a:cs typeface="Times New Roman"/>
              </a:rPr>
              <a:t>)</a:t>
            </a:r>
          </a:p>
          <a:p>
            <a:pPr algn="ctr">
              <a:lnSpc>
                <a:spcPct val="100000"/>
              </a:lnSpc>
            </a:pPr>
            <a:r>
              <a:rPr lang="en-US" sz="5600" dirty="0">
                <a:solidFill>
                  <a:srgbClr val="00AF50"/>
                </a:solidFill>
                <a:latin typeface="Times New Roman"/>
                <a:cs typeface="Times New Roman"/>
              </a:rPr>
              <a:t>(Student’s ID: 1, 2, 3, 4, 5, &amp; 6)</a:t>
            </a:r>
            <a:endParaRPr lang="en-US" sz="5600" dirty="0">
              <a:latin typeface="Times New Roman"/>
              <a:cs typeface="Times New Roman"/>
            </a:endParaRPr>
          </a:p>
          <a:p>
            <a:pPr marL="1972945" marR="1965325" algn="ctr">
              <a:lnSpc>
                <a:spcPct val="100000"/>
              </a:lnSpc>
            </a:pPr>
            <a:endParaRPr lang="en-US" sz="5600" spc="-10" dirty="0">
              <a:latin typeface="Times New Roman"/>
              <a:cs typeface="Times New Roman"/>
            </a:endParaRPr>
          </a:p>
          <a:p>
            <a:pPr marL="1972945" marR="1965325" algn="ctr">
              <a:lnSpc>
                <a:spcPct val="100000"/>
              </a:lnSpc>
            </a:pPr>
            <a:r>
              <a:rPr lang="en-US" sz="5600" spc="-10" dirty="0">
                <a:latin typeface="Times New Roman"/>
                <a:cs typeface="Times New Roman"/>
              </a:rPr>
              <a:t>U</a:t>
            </a:r>
            <a:r>
              <a:rPr lang="en-US" sz="5600" dirty="0">
                <a:latin typeface="Times New Roman"/>
                <a:cs typeface="Times New Roman"/>
              </a:rPr>
              <a:t>nder</a:t>
            </a:r>
            <a:r>
              <a:rPr lang="en-US" sz="5600" spc="-15" dirty="0">
                <a:latin typeface="Times New Roman"/>
                <a:cs typeface="Times New Roman"/>
              </a:rPr>
              <a:t> </a:t>
            </a:r>
            <a:r>
              <a:rPr lang="en-US" sz="5600" dirty="0">
                <a:latin typeface="Times New Roman"/>
                <a:cs typeface="Times New Roman"/>
              </a:rPr>
              <a:t>the</a:t>
            </a:r>
            <a:r>
              <a:rPr lang="en-US" sz="5600" spc="-15" dirty="0">
                <a:latin typeface="Times New Roman"/>
                <a:cs typeface="Times New Roman"/>
              </a:rPr>
              <a:t> </a:t>
            </a:r>
            <a:r>
              <a:rPr lang="en-US" sz="5600" spc="-5" dirty="0">
                <a:latin typeface="Times New Roman"/>
                <a:cs typeface="Times New Roman"/>
              </a:rPr>
              <a:t>S</a:t>
            </a:r>
            <a:r>
              <a:rPr lang="en-US" sz="5600" dirty="0">
                <a:latin typeface="Times New Roman"/>
                <a:cs typeface="Times New Roman"/>
              </a:rPr>
              <a:t>uper</a:t>
            </a:r>
            <a:r>
              <a:rPr lang="en-US" sz="5600" spc="5" dirty="0">
                <a:latin typeface="Times New Roman"/>
                <a:cs typeface="Times New Roman"/>
              </a:rPr>
              <a:t>v</a:t>
            </a:r>
            <a:r>
              <a:rPr lang="en-US" sz="5600" spc="-10" dirty="0">
                <a:latin typeface="Times New Roman"/>
                <a:cs typeface="Times New Roman"/>
              </a:rPr>
              <a:t>i</a:t>
            </a:r>
            <a:r>
              <a:rPr lang="en-US" sz="5600" dirty="0">
                <a:latin typeface="Times New Roman"/>
                <a:cs typeface="Times New Roman"/>
              </a:rPr>
              <a:t>s</a:t>
            </a:r>
            <a:r>
              <a:rPr lang="en-US" sz="5600" spc="-10" dirty="0">
                <a:latin typeface="Times New Roman"/>
                <a:cs typeface="Times New Roman"/>
              </a:rPr>
              <a:t>i</a:t>
            </a:r>
            <a:r>
              <a:rPr lang="en-US" sz="5600" dirty="0">
                <a:latin typeface="Times New Roman"/>
                <a:cs typeface="Times New Roman"/>
              </a:rPr>
              <a:t>on</a:t>
            </a:r>
            <a:r>
              <a:rPr lang="en-US" sz="5600" spc="-45" dirty="0">
                <a:latin typeface="Times New Roman"/>
                <a:cs typeface="Times New Roman"/>
              </a:rPr>
              <a:t> </a:t>
            </a:r>
            <a:r>
              <a:rPr lang="en-US" sz="5600" dirty="0">
                <a:latin typeface="Times New Roman"/>
                <a:cs typeface="Times New Roman"/>
              </a:rPr>
              <a:t>of </a:t>
            </a:r>
          </a:p>
          <a:p>
            <a:pPr marL="1972945" marR="1965325" algn="ctr">
              <a:lnSpc>
                <a:spcPct val="100000"/>
              </a:lnSpc>
            </a:pPr>
            <a:r>
              <a:rPr lang="en-US" sz="5600" spc="-10" dirty="0">
                <a:solidFill>
                  <a:srgbClr val="6F2F9F"/>
                </a:solidFill>
                <a:latin typeface="Times New Roman"/>
                <a:cs typeface="Times New Roman"/>
              </a:rPr>
              <a:t>G</a:t>
            </a:r>
            <a:r>
              <a:rPr lang="en-US" sz="5600" dirty="0">
                <a:solidFill>
                  <a:srgbClr val="6F2F9F"/>
                </a:solidFill>
                <a:latin typeface="Times New Roman"/>
                <a:cs typeface="Times New Roman"/>
              </a:rPr>
              <a:t>uide</a:t>
            </a:r>
            <a:r>
              <a:rPr lang="en-US" sz="5600" spc="-10" dirty="0">
                <a:solidFill>
                  <a:srgbClr val="6F2F9F"/>
                </a:solidFill>
                <a:latin typeface="Times New Roman"/>
                <a:cs typeface="Times New Roman"/>
              </a:rPr>
              <a:t> N</a:t>
            </a:r>
            <a:r>
              <a:rPr lang="en-US" sz="5600" dirty="0">
                <a:solidFill>
                  <a:srgbClr val="6F2F9F"/>
                </a:solidFill>
                <a:latin typeface="Times New Roman"/>
                <a:cs typeface="Times New Roman"/>
              </a:rPr>
              <a:t>a</a:t>
            </a:r>
            <a:r>
              <a:rPr lang="en-US" sz="5600" spc="-25" dirty="0">
                <a:solidFill>
                  <a:srgbClr val="6F2F9F"/>
                </a:solidFill>
                <a:latin typeface="Times New Roman"/>
                <a:cs typeface="Times New Roman"/>
              </a:rPr>
              <a:t>m</a:t>
            </a:r>
            <a:r>
              <a:rPr lang="en-US" sz="5600" dirty="0">
                <a:solidFill>
                  <a:srgbClr val="6F2F9F"/>
                </a:solidFill>
                <a:latin typeface="Times New Roman"/>
                <a:cs typeface="Times New Roman"/>
              </a:rPr>
              <a:t>e </a:t>
            </a:r>
          </a:p>
          <a:p>
            <a:pPr marL="1972945" marR="1965325" algn="ctr">
              <a:lnSpc>
                <a:spcPct val="100000"/>
              </a:lnSpc>
            </a:pPr>
            <a:r>
              <a:rPr lang="en-US" sz="5600" dirty="0">
                <a:solidFill>
                  <a:srgbClr val="6F2F9F"/>
                </a:solidFill>
                <a:latin typeface="Times New Roman"/>
                <a:cs typeface="Times New Roman"/>
              </a:rPr>
              <a:t>(</a:t>
            </a:r>
            <a:r>
              <a:rPr lang="en-US" sz="5600" spc="-10" dirty="0">
                <a:solidFill>
                  <a:srgbClr val="6F2F9F"/>
                </a:solidFill>
                <a:latin typeface="Times New Roman"/>
                <a:cs typeface="Times New Roman"/>
              </a:rPr>
              <a:t>Assistant Professor/Associate Professor/Professor</a:t>
            </a:r>
            <a:r>
              <a:rPr lang="en-US" sz="5600" dirty="0">
                <a:solidFill>
                  <a:srgbClr val="6F2F9F"/>
                </a:solidFill>
                <a:latin typeface="Times New Roman"/>
                <a:cs typeface="Times New Roman"/>
              </a:rPr>
              <a:t>) </a:t>
            </a:r>
          </a:p>
          <a:p>
            <a:pPr marL="1972945" marR="1965325" algn="ctr">
              <a:lnSpc>
                <a:spcPct val="100000"/>
              </a:lnSpc>
            </a:pPr>
            <a:r>
              <a:rPr lang="en-US" sz="5600" spc="-10" dirty="0">
                <a:solidFill>
                  <a:srgbClr val="6F2F9F"/>
                </a:solidFill>
                <a:latin typeface="Times New Roman"/>
                <a:cs typeface="Times New Roman"/>
              </a:rPr>
              <a:t>Computer Science &amp; Engineering Department</a:t>
            </a:r>
          </a:p>
          <a:p>
            <a:pPr marL="1972945" marR="1965325" algn="ctr">
              <a:lnSpc>
                <a:spcPct val="100000"/>
              </a:lnSpc>
            </a:pPr>
            <a:r>
              <a:rPr lang="en-US" sz="6000" dirty="0">
                <a:latin typeface="Times New Roman"/>
                <a:ea typeface="Calibri"/>
                <a:cs typeface="Mangal"/>
              </a:rPr>
              <a:t>Invertis University, Bareilly</a:t>
            </a:r>
          </a:p>
          <a:p>
            <a:pPr marL="1972945" marR="1965325" algn="ctr">
              <a:lnSpc>
                <a:spcPct val="100000"/>
              </a:lnSpc>
            </a:pPr>
            <a:r>
              <a:rPr lang="en-US" sz="6000" spc="-10" dirty="0">
                <a:solidFill>
                  <a:srgbClr val="6F2F9F"/>
                </a:solidFill>
                <a:latin typeface="Times New Roman"/>
                <a:ea typeface="Calibri"/>
                <a:cs typeface="Mangal"/>
              </a:rPr>
              <a:t>To</a:t>
            </a:r>
          </a:p>
          <a:p>
            <a:pPr marL="1972945" marR="1965325" algn="ctr">
              <a:lnSpc>
                <a:spcPct val="100000"/>
              </a:lnSpc>
            </a:pPr>
            <a:endParaRPr lang="en-US" sz="6000" spc="-10" dirty="0">
              <a:solidFill>
                <a:srgbClr val="6F2F9F"/>
              </a:solidFill>
              <a:latin typeface="Times New Roman"/>
              <a:ea typeface="Calibri"/>
              <a:cs typeface="Mangal"/>
            </a:endParaRPr>
          </a:p>
          <a:p>
            <a:pPr marL="1972945" marR="1965325" algn="ctr">
              <a:lnSpc>
                <a:spcPct val="100000"/>
              </a:lnSpc>
            </a:pPr>
            <a:endParaRPr lang="en-US" sz="5600" spc="-10" dirty="0">
              <a:solidFill>
                <a:srgbClr val="6F2F9F"/>
              </a:solidFill>
              <a:latin typeface="Times New Roman"/>
              <a:cs typeface="Times New Roman"/>
            </a:endParaRPr>
          </a:p>
          <a:p>
            <a:pPr marL="1972945" marR="1965325" algn="ctr">
              <a:lnSpc>
                <a:spcPct val="100000"/>
              </a:lnSpc>
            </a:pPr>
            <a:endParaRPr lang="en-US" sz="5600" spc="-10" dirty="0">
              <a:solidFill>
                <a:srgbClr val="6F2F9F"/>
              </a:solidFill>
              <a:latin typeface="Times New Roman"/>
              <a:cs typeface="Times New Roman"/>
            </a:endParaRPr>
          </a:p>
          <a:p>
            <a:endParaRPr lang="en-IN" dirty="0"/>
          </a:p>
        </p:txBody>
      </p:sp>
      <p:pic>
        <p:nvPicPr>
          <p:cNvPr id="2" name="Picture 1" descr="Image result for invertis university">
            <a:extLst>
              <a:ext uri="{FF2B5EF4-FFF2-40B4-BE49-F238E27FC236}">
                <a16:creationId xmlns:a16="http://schemas.microsoft.com/office/drawing/2014/main" id="{314E8CF1-46BF-CBE4-D857-56957C66FAA1}"/>
              </a:ext>
            </a:extLst>
          </p:cNvPr>
          <p:cNvPicPr/>
          <p:nvPr/>
        </p:nvPicPr>
        <p:blipFill>
          <a:blip r:embed="rId2" cstate="print"/>
          <a:srcRect l="4626" t="13942" r="8185" b="29327"/>
          <a:stretch>
            <a:fillRect/>
          </a:stretch>
        </p:blipFill>
        <p:spPr bwMode="auto">
          <a:xfrm>
            <a:off x="10151414" y="154262"/>
            <a:ext cx="1704975" cy="821171"/>
          </a:xfrm>
          <a:prstGeom prst="rect">
            <a:avLst/>
          </a:prstGeom>
          <a:noFill/>
          <a:ln w="9525">
            <a:noFill/>
            <a:miter lim="800000"/>
            <a:headEnd/>
            <a:tailEnd/>
          </a:ln>
        </p:spPr>
      </p:pic>
      <p:sp>
        <p:nvSpPr>
          <p:cNvPr id="6" name="TextBox 5">
            <a:extLst>
              <a:ext uri="{FF2B5EF4-FFF2-40B4-BE49-F238E27FC236}">
                <a16:creationId xmlns:a16="http://schemas.microsoft.com/office/drawing/2014/main" id="{5C0E47E0-61D2-9464-9AFA-3501772CB775}"/>
              </a:ext>
            </a:extLst>
          </p:cNvPr>
          <p:cNvSpPr txBox="1"/>
          <p:nvPr/>
        </p:nvSpPr>
        <p:spPr>
          <a:xfrm>
            <a:off x="2083837" y="5512095"/>
            <a:ext cx="7352522" cy="636072"/>
          </a:xfrm>
          <a:prstGeom prst="rect">
            <a:avLst/>
          </a:prstGeom>
          <a:noFill/>
        </p:spPr>
        <p:txBody>
          <a:bodyPr wrap="square" rtlCol="0">
            <a:spAutoFit/>
          </a:bodyPr>
          <a:lstStyle/>
          <a:p>
            <a:pPr algn="ctr">
              <a:spcBef>
                <a:spcPts val="400"/>
              </a:spcBef>
            </a:pPr>
            <a:r>
              <a:rPr lang="en-US" sz="1600" b="1" dirty="0">
                <a:latin typeface="Times New Roman" panose="02020603050405020304" pitchFamily="18" charset="0"/>
                <a:cs typeface="Times New Roman" panose="02020603050405020304" pitchFamily="18" charset="0"/>
              </a:rPr>
              <a:t>Department of Computer Science &amp; Engineering</a:t>
            </a:r>
          </a:p>
          <a:p>
            <a:pPr algn="ctr">
              <a:spcBef>
                <a:spcPts val="400"/>
              </a:spcBef>
            </a:pPr>
            <a:r>
              <a:rPr lang="en-US" sz="1600" b="1" dirty="0">
                <a:latin typeface="Times New Roman" panose="02020603050405020304" pitchFamily="18" charset="0"/>
                <a:cs typeface="Times New Roman" panose="02020603050405020304" pitchFamily="18" charset="0"/>
              </a:rPr>
              <a:t>Invertis University</a:t>
            </a:r>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CA25957-9B74-2CB0-B12E-3737E088ACE5}"/>
              </a:ext>
            </a:extLst>
          </p:cNvPr>
          <p:cNvSpPr txBox="1"/>
          <p:nvPr/>
        </p:nvSpPr>
        <p:spPr>
          <a:xfrm>
            <a:off x="242595" y="6180518"/>
            <a:ext cx="11327364" cy="523220"/>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Lucknow National Highway, NH-24, Bareilly,  Uttar Pradesh - 243123</a:t>
            </a:r>
            <a:endParaRPr lang="en-IN"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April- 2026</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9091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1" y="266802"/>
            <a:ext cx="2392045"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CON</a:t>
            </a:r>
            <a:r>
              <a:rPr lang="en-IN" sz="2800" b="1" spc="-45" dirty="0">
                <a:latin typeface="Times New Roman"/>
                <a:cs typeface="Times New Roman"/>
              </a:rPr>
              <a:t>T</a:t>
            </a:r>
            <a:r>
              <a:rPr lang="en-IN" sz="2800" b="1" spc="-30" dirty="0">
                <a:latin typeface="Times New Roman"/>
                <a:cs typeface="Times New Roman"/>
              </a:rPr>
              <a:t>ENT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416868"/>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Abstract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Objectives  </a:t>
            </a:r>
            <a:r>
              <a:rPr lang="en-IN" sz="1600" dirty="0">
                <a:highlight>
                  <a:srgbClr val="FFFF00"/>
                </a:highlight>
                <a:latin typeface="Times New Roman" panose="02020603050405020304" pitchFamily="18" charset="0"/>
                <a:cs typeface="Times New Roman" panose="02020603050405020304" pitchFamily="18" charset="0"/>
              </a:rPr>
              <a:t>(Specific about work)</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Motivation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Literature Survey (with merits and demerits)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Challenges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Requirements (Hardware and Software Requirements)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Flow Chart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Block Diagram</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Tools &amp; Technology Used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Project Methodology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Implementation (Project Work) </a:t>
            </a:r>
            <a:r>
              <a:rPr lang="en-IN" sz="1600" dirty="0">
                <a:highlight>
                  <a:srgbClr val="FFFF00"/>
                </a:highlight>
                <a:latin typeface="Times New Roman" panose="02020603050405020304" pitchFamily="18" charset="0"/>
                <a:cs typeface="Times New Roman" panose="02020603050405020304" pitchFamily="18" charset="0"/>
              </a:rPr>
              <a:t>Describe the project work that you have done very clearly using screenshots of your project)</a:t>
            </a:r>
          </a:p>
          <a:p>
            <a:pPr marL="285750" indent="-285750">
              <a:buFont typeface="Arial" panose="020B0604020202020204" pitchFamily="34" charset="0"/>
              <a:buChar char="•"/>
            </a:pPr>
            <a:r>
              <a:rPr lang="en-IN" sz="1600" spc="-125" dirty="0">
                <a:latin typeface="Times New Roman" panose="02020603050405020304" pitchFamily="18" charset="0"/>
                <a:cs typeface="Times New Roman" panose="02020603050405020304" pitchFamily="18" charset="0"/>
              </a:rPr>
              <a:t>T</a:t>
            </a:r>
            <a:r>
              <a:rPr lang="en-IN" sz="1600" spc="-20" dirty="0">
                <a:latin typeface="Times New Roman" panose="02020603050405020304" pitchFamily="18" charset="0"/>
                <a:cs typeface="Times New Roman" panose="02020603050405020304" pitchFamily="18" charset="0"/>
              </a:rPr>
              <a:t>e</a:t>
            </a:r>
            <a:r>
              <a:rPr lang="en-IN" sz="1600" spc="-15" dirty="0">
                <a:latin typeface="Times New Roman" panose="02020603050405020304" pitchFamily="18" charset="0"/>
                <a:cs typeface="Times New Roman" panose="02020603050405020304" pitchFamily="18" charset="0"/>
              </a:rPr>
              <a:t>s</a:t>
            </a:r>
            <a:r>
              <a:rPr lang="en-IN" sz="1600" dirty="0">
                <a:latin typeface="Times New Roman" panose="02020603050405020304" pitchFamily="18" charset="0"/>
                <a:cs typeface="Times New Roman" panose="02020603050405020304" pitchFamily="18" charset="0"/>
              </a:rPr>
              <a:t>t</a:t>
            </a:r>
            <a:r>
              <a:rPr lang="en-IN" sz="1600" spc="-5" dirty="0">
                <a:latin typeface="Times New Roman" panose="02020603050405020304" pitchFamily="18" charset="0"/>
                <a:cs typeface="Times New Roman" panose="02020603050405020304" pitchFamily="18" charset="0"/>
              </a:rPr>
              <a:t>in</a:t>
            </a:r>
            <a:r>
              <a:rPr lang="en-IN" sz="1600" dirty="0">
                <a:latin typeface="Times New Roman" panose="02020603050405020304" pitchFamily="18" charset="0"/>
                <a:cs typeface="Times New Roman" panose="02020603050405020304" pitchFamily="18" charset="0"/>
              </a:rPr>
              <a:t>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Applications</a:t>
            </a:r>
          </a:p>
          <a:p>
            <a:pPr marL="285750" indent="-285750">
              <a:buFont typeface="Arial" panose="020B0604020202020204" pitchFamily="34" charset="0"/>
              <a:buChar char="•"/>
            </a:pPr>
            <a:r>
              <a:rPr lang="en-IN" sz="1600" spc="-15" dirty="0">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on</a:t>
            </a:r>
            <a:r>
              <a:rPr lang="en-IN" sz="1600" spc="-20" dirty="0">
                <a:latin typeface="Times New Roman" panose="02020603050405020304" pitchFamily="18" charset="0"/>
                <a:cs typeface="Times New Roman" panose="02020603050405020304" pitchFamily="18" charset="0"/>
              </a:rPr>
              <a:t>c</a:t>
            </a:r>
            <a:r>
              <a:rPr lang="en-IN" sz="1600" spc="-5" dirty="0">
                <a:latin typeface="Times New Roman" panose="02020603050405020304" pitchFamily="18" charset="0"/>
                <a:cs typeface="Times New Roman" panose="02020603050405020304" pitchFamily="18" charset="0"/>
              </a:rPr>
              <a:t>lu</a:t>
            </a:r>
            <a:r>
              <a:rPr lang="en-IN" sz="1600" spc="-15" dirty="0">
                <a:latin typeface="Times New Roman" panose="02020603050405020304" pitchFamily="18" charset="0"/>
                <a:cs typeface="Times New Roman" panose="02020603050405020304" pitchFamily="18" charset="0"/>
              </a:rPr>
              <a:t>s</a:t>
            </a:r>
            <a:r>
              <a:rPr lang="en-IN" sz="1600" dirty="0">
                <a:latin typeface="Times New Roman" panose="02020603050405020304" pitchFamily="18" charset="0"/>
                <a:cs typeface="Times New Roman" panose="02020603050405020304" pitchFamily="18" charset="0"/>
              </a:rPr>
              <a:t>ion</a:t>
            </a:r>
            <a:r>
              <a:rPr lang="en-IN" sz="1600" spc="-35" dirty="0">
                <a:latin typeface="Times New Roman" panose="02020603050405020304" pitchFamily="18" charset="0"/>
                <a:cs typeface="Times New Roman" panose="02020603050405020304" pitchFamily="18" charset="0"/>
              </a:rPr>
              <a:t> </a:t>
            </a:r>
            <a:r>
              <a:rPr lang="en-IN" sz="1600" spc="-20" dirty="0">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nd</a:t>
            </a:r>
            <a:r>
              <a:rPr lang="en-IN" sz="1600" spc="-15"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Fu</a:t>
            </a:r>
            <a:r>
              <a:rPr lang="en-IN" sz="1600" spc="-5" dirty="0">
                <a:latin typeface="Times New Roman" panose="02020603050405020304" pitchFamily="18" charset="0"/>
                <a:cs typeface="Times New Roman" panose="02020603050405020304" pitchFamily="18" charset="0"/>
              </a:rPr>
              <a:t>tu</a:t>
            </a:r>
            <a:r>
              <a:rPr lang="en-IN" sz="1600" spc="-10" dirty="0">
                <a:latin typeface="Times New Roman" panose="02020603050405020304" pitchFamily="18" charset="0"/>
                <a:cs typeface="Times New Roman" panose="02020603050405020304" pitchFamily="18" charset="0"/>
              </a:rPr>
              <a:t>re</a:t>
            </a:r>
            <a:r>
              <a:rPr lang="en-IN" sz="1600" spc="-2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a:t>
            </a:r>
            <a:r>
              <a:rPr lang="en-IN" sz="1600" spc="-20" dirty="0">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op</a:t>
            </a:r>
            <a:r>
              <a:rPr lang="en-IN" sz="1600" spc="-10" dirty="0">
                <a:latin typeface="Times New Roman" panose="02020603050405020304" pitchFamily="18" charset="0"/>
                <a:cs typeface="Times New Roman" panose="02020603050405020304" pitchFamily="18" charset="0"/>
              </a:rPr>
              <a:t>e</a:t>
            </a:r>
          </a:p>
          <a:p>
            <a:pPr marL="285750" indent="-285750">
              <a:buFont typeface="Arial" panose="020B0604020202020204" pitchFamily="34" charset="0"/>
              <a:buChar char="•"/>
            </a:pPr>
            <a:r>
              <a:rPr lang="en-IN" sz="1600" spc="-10" dirty="0">
                <a:latin typeface="Times New Roman" panose="02020603050405020304" pitchFamily="18" charset="0"/>
                <a:cs typeface="Times New Roman" panose="02020603050405020304" pitchFamily="18" charset="0"/>
              </a:rPr>
              <a:t>References</a:t>
            </a:r>
          </a:p>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97864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1" y="266802"/>
            <a:ext cx="2392045"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ABSTRACT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80369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3200" b="1" spc="-30" dirty="0">
                <a:latin typeface="Times New Roman"/>
                <a:cs typeface="Times New Roman"/>
              </a:rPr>
              <a:t>OBJECTIVES</a:t>
            </a:r>
            <a:endParaRPr sz="32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10126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MOTIVATION</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50208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LITERATURE SURVEY</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graphicFrame>
        <p:nvGraphicFramePr>
          <p:cNvPr id="7" name="Table 6">
            <a:extLst>
              <a:ext uri="{FF2B5EF4-FFF2-40B4-BE49-F238E27FC236}">
                <a16:creationId xmlns:a16="http://schemas.microsoft.com/office/drawing/2014/main" id="{F9276CB9-CD41-436C-4727-F310E8AC596B}"/>
              </a:ext>
            </a:extLst>
          </p:cNvPr>
          <p:cNvGraphicFramePr>
            <a:graphicFrameLocks noGrp="1"/>
          </p:cNvGraphicFramePr>
          <p:nvPr>
            <p:extLst>
              <p:ext uri="{D42A27DB-BD31-4B8C-83A1-F6EECF244321}">
                <p14:modId xmlns:p14="http://schemas.microsoft.com/office/powerpoint/2010/main" val="967624932"/>
              </p:ext>
            </p:extLst>
          </p:nvPr>
        </p:nvGraphicFramePr>
        <p:xfrm>
          <a:off x="307784" y="1801861"/>
          <a:ext cx="11532766" cy="1920240"/>
        </p:xfrm>
        <a:graphic>
          <a:graphicData uri="http://schemas.openxmlformats.org/drawingml/2006/table">
            <a:tbl>
              <a:tblPr/>
              <a:tblGrid>
                <a:gridCol w="1647538">
                  <a:extLst>
                    <a:ext uri="{9D8B030D-6E8A-4147-A177-3AD203B41FA5}">
                      <a16:colId xmlns:a16="http://schemas.microsoft.com/office/drawing/2014/main" val="1788629321"/>
                    </a:ext>
                  </a:extLst>
                </a:gridCol>
                <a:gridCol w="1647538">
                  <a:extLst>
                    <a:ext uri="{9D8B030D-6E8A-4147-A177-3AD203B41FA5}">
                      <a16:colId xmlns:a16="http://schemas.microsoft.com/office/drawing/2014/main" val="3378670155"/>
                    </a:ext>
                  </a:extLst>
                </a:gridCol>
                <a:gridCol w="1647538">
                  <a:extLst>
                    <a:ext uri="{9D8B030D-6E8A-4147-A177-3AD203B41FA5}">
                      <a16:colId xmlns:a16="http://schemas.microsoft.com/office/drawing/2014/main" val="2761261009"/>
                    </a:ext>
                  </a:extLst>
                </a:gridCol>
                <a:gridCol w="1187724">
                  <a:extLst>
                    <a:ext uri="{9D8B030D-6E8A-4147-A177-3AD203B41FA5}">
                      <a16:colId xmlns:a16="http://schemas.microsoft.com/office/drawing/2014/main" val="3332033079"/>
                    </a:ext>
                  </a:extLst>
                </a:gridCol>
                <a:gridCol w="2107352">
                  <a:extLst>
                    <a:ext uri="{9D8B030D-6E8A-4147-A177-3AD203B41FA5}">
                      <a16:colId xmlns:a16="http://schemas.microsoft.com/office/drawing/2014/main" val="1451728800"/>
                    </a:ext>
                  </a:extLst>
                </a:gridCol>
                <a:gridCol w="1647538">
                  <a:extLst>
                    <a:ext uri="{9D8B030D-6E8A-4147-A177-3AD203B41FA5}">
                      <a16:colId xmlns:a16="http://schemas.microsoft.com/office/drawing/2014/main" val="1775524853"/>
                    </a:ext>
                  </a:extLst>
                </a:gridCol>
                <a:gridCol w="1647538">
                  <a:extLst>
                    <a:ext uri="{9D8B030D-6E8A-4147-A177-3AD203B41FA5}">
                      <a16:colId xmlns:a16="http://schemas.microsoft.com/office/drawing/2014/main" val="2395614452"/>
                    </a:ext>
                  </a:extLst>
                </a:gridCol>
              </a:tblGrid>
              <a:tr h="0">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S. No.</a:t>
                      </a:r>
                    </a:p>
                  </a:txBody>
                  <a:tcPr anchor="b">
                    <a:lnL w="12700" cap="flat" cmpd="sng" algn="ctr">
                      <a:solidFill>
                        <a:srgbClr val="406BB9"/>
                      </a:solidFill>
                      <a:prstDash val="solid"/>
                      <a:round/>
                      <a:headEnd type="none" w="med" len="med"/>
                      <a:tailEnd type="none" w="med" len="med"/>
                    </a:lnL>
                    <a:lnR w="12700" cap="flat" cmpd="sng" algn="ctr">
                      <a:solidFill>
                        <a:srgbClr val="8076B9"/>
                      </a:solidFill>
                      <a:prstDash val="solid"/>
                      <a:round/>
                      <a:headEnd type="none" w="med" len="med"/>
                      <a:tailEnd type="none" w="med" len="med"/>
                    </a:lnR>
                    <a:lnT w="12700" cap="flat" cmpd="sng" algn="ctr">
                      <a:solidFill>
                        <a:srgbClr val="406BB9"/>
                      </a:solidFill>
                      <a:prstDash val="solid"/>
                      <a:round/>
                      <a:headEnd type="none" w="med" len="med"/>
                      <a:tailEnd type="none" w="med" len="med"/>
                    </a:lnT>
                    <a:lnB w="12700" cap="flat" cmpd="sng" algn="ctr">
                      <a:solidFill>
                        <a:srgbClr val="6072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Paper Title</a:t>
                      </a:r>
                    </a:p>
                  </a:txBody>
                  <a:tcPr anchor="b">
                    <a:lnL w="12700" cap="flat" cmpd="sng" algn="ctr">
                      <a:solidFill>
                        <a:srgbClr val="8076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8076B9"/>
                      </a:solidFill>
                      <a:prstDash val="solid"/>
                      <a:round/>
                      <a:headEnd type="none" w="med" len="med"/>
                      <a:tailEnd type="none" w="med" len="med"/>
                    </a:lnT>
                    <a:lnB w="12700" cap="flat" cmpd="sng" algn="ctr">
                      <a:solidFill>
                        <a:srgbClr val="006F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Authors</a:t>
                      </a:r>
                    </a:p>
                  </a:txBody>
                  <a:tcPr anchor="b">
                    <a:lnL w="12700" cap="flat" cmpd="sng" algn="ctr">
                      <a:solidFill>
                        <a:srgbClr val="206DB9"/>
                      </a:solidFill>
                      <a:prstDash val="solid"/>
                      <a:round/>
                      <a:headEnd type="none" w="med" len="med"/>
                      <a:tailEnd type="none" w="med" len="med"/>
                    </a:lnL>
                    <a:lnR w="12700" cap="flat" cmpd="sng" algn="ctr">
                      <a:solidFill>
                        <a:srgbClr val="8076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Year</a:t>
                      </a:r>
                    </a:p>
                  </a:txBody>
                  <a:tcPr anchor="b">
                    <a:lnL w="12700" cap="flat" cmpd="sng" algn="ctr">
                      <a:solidFill>
                        <a:srgbClr val="8076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8076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Method/Model Used</a:t>
                      </a:r>
                    </a:p>
                  </a:txBody>
                  <a:tcPr anchor="b">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6072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Key Findings</a:t>
                      </a:r>
                    </a:p>
                  </a:txBody>
                  <a:tcPr anchor="b">
                    <a:lnL w="12700" cap="flat" cmpd="sng" algn="ctr">
                      <a:solidFill>
                        <a:srgbClr val="206DB9"/>
                      </a:solidFill>
                      <a:prstDash val="solid"/>
                      <a:round/>
                      <a:headEnd type="none" w="med" len="med"/>
                      <a:tailEnd type="none" w="med" len="med"/>
                    </a:lnL>
                    <a:lnR w="12700" cap="flat" cmpd="sng" algn="ctr">
                      <a:solidFill>
                        <a:srgbClr val="6072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 latinLnBrk="0">
                        <a:buNone/>
                      </a:pPr>
                      <a:r>
                        <a:rPr lang="en-IN" b="1" dirty="0">
                          <a:effectLst/>
                          <a:latin typeface="Times New Roman" panose="02020603050405020304" pitchFamily="18" charset="0"/>
                          <a:cs typeface="Times New Roman" panose="02020603050405020304" pitchFamily="18" charset="0"/>
                        </a:rPr>
                        <a:t>Limitations</a:t>
                      </a:r>
                    </a:p>
                  </a:txBody>
                  <a:tcPr anchor="b">
                    <a:lnL w="12700" cap="flat" cmpd="sng" algn="ctr">
                      <a:solidFill>
                        <a:srgbClr val="6072B9"/>
                      </a:solidFill>
                      <a:prstDash val="solid"/>
                      <a:round/>
                      <a:headEnd type="none" w="med" len="med"/>
                      <a:tailEnd type="none" w="med" len="med"/>
                    </a:lnL>
                    <a:lnR w="12700" cap="flat" cmpd="sng" algn="ctr">
                      <a:solidFill>
                        <a:srgbClr val="6072B9"/>
                      </a:solidFill>
                      <a:prstDash val="solid"/>
                      <a:round/>
                      <a:headEnd type="none" w="med" len="med"/>
                      <a:tailEnd type="none" w="med" len="med"/>
                    </a:lnR>
                    <a:lnT w="12700" cap="flat" cmpd="sng" algn="ctr">
                      <a:solidFill>
                        <a:srgbClr val="6072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extLst>
                  <a:ext uri="{0D108BD9-81ED-4DB2-BD59-A6C34878D82A}">
                    <a16:rowId xmlns:a16="http://schemas.microsoft.com/office/drawing/2014/main" val="2084460391"/>
                  </a:ext>
                </a:extLst>
              </a:tr>
              <a:tr h="0">
                <a:tc>
                  <a:txBody>
                    <a:bodyPr/>
                    <a:lstStyle/>
                    <a:p>
                      <a:pPr algn="ctr" fontAlgn="base" latinLnBrk="0">
                        <a:buNone/>
                      </a:pPr>
                      <a:r>
                        <a:rPr lang="en-IN">
                          <a:effectLst/>
                          <a:latin typeface="Times New Roman" panose="02020603050405020304" pitchFamily="18" charset="0"/>
                          <a:cs typeface="Times New Roman" panose="02020603050405020304" pitchFamily="18" charset="0"/>
                        </a:rPr>
                        <a:t>1</a:t>
                      </a:r>
                    </a:p>
                  </a:txBody>
                  <a:tcPr anchor="ctr">
                    <a:lnL w="12700" cap="flat" cmpd="sng" algn="ctr">
                      <a:solidFill>
                        <a:srgbClr val="6072B9"/>
                      </a:solidFill>
                      <a:prstDash val="solid"/>
                      <a:round/>
                      <a:headEnd type="none" w="med" len="med"/>
                      <a:tailEnd type="none" w="med" len="med"/>
                    </a:lnL>
                    <a:lnR w="12700" cap="flat" cmpd="sng" algn="ctr">
                      <a:solidFill>
                        <a:srgbClr val="006FB9"/>
                      </a:solidFill>
                      <a:prstDash val="solid"/>
                      <a:round/>
                      <a:headEnd type="none" w="med" len="med"/>
                      <a:tailEnd type="none" w="med" len="med"/>
                    </a:lnR>
                    <a:lnT w="12700" cap="flat" cmpd="sng" algn="ctr">
                      <a:solidFill>
                        <a:srgbClr val="6072B9"/>
                      </a:solidFill>
                      <a:prstDash val="solid"/>
                      <a:round/>
                      <a:headEnd type="none" w="med" len="med"/>
                      <a:tailEnd type="none" w="med" len="med"/>
                    </a:lnT>
                    <a:lnB w="12700" cap="flat" cmpd="sng" algn="ctr">
                      <a:solidFill>
                        <a:srgbClr val="8076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a:t>
                      </a:r>
                    </a:p>
                  </a:txBody>
                  <a:tcPr anchor="ctr">
                    <a:lnL w="12700" cap="flat" cmpd="sng" algn="ctr">
                      <a:solidFill>
                        <a:srgbClr val="006F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006FB9"/>
                      </a:solidFill>
                      <a:prstDash val="solid"/>
                      <a:round/>
                      <a:headEnd type="none" w="med" len="med"/>
                      <a:tailEnd type="none" w="med" len="med"/>
                    </a:lnT>
                    <a:lnB w="12700" cap="flat" cmpd="sng" algn="ctr">
                      <a:solidFill>
                        <a:srgbClr val="6072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E06D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2023</a:t>
                      </a:r>
                    </a:p>
                  </a:txBody>
                  <a:tcPr anchor="ctr">
                    <a:lnL w="12700" cap="flat" cmpd="sng" algn="ctr">
                      <a:solidFill>
                        <a:srgbClr val="206DB9"/>
                      </a:solidFill>
                      <a:prstDash val="solid"/>
                      <a:round/>
                      <a:headEnd type="none" w="med" len="med"/>
                      <a:tailEnd type="none" w="med" len="med"/>
                    </a:lnL>
                    <a:lnR w="12700" cap="flat" cmpd="sng" algn="ctr">
                      <a:solidFill>
                        <a:srgbClr val="6072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70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ANN</a:t>
                      </a:r>
                    </a:p>
                  </a:txBody>
                  <a:tcPr anchor="ctr">
                    <a:lnL w="12700" cap="flat" cmpd="sng" algn="ctr">
                      <a:solidFill>
                        <a:srgbClr val="6072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6072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High accuracy but slow</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Needs large data</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extLst>
                  <a:ext uri="{0D108BD9-81ED-4DB2-BD59-A6C34878D82A}">
                    <a16:rowId xmlns:a16="http://schemas.microsoft.com/office/drawing/2014/main" val="3007144641"/>
                  </a:ext>
                </a:extLst>
              </a:tr>
              <a:tr h="0">
                <a:tc>
                  <a:txBody>
                    <a:bodyPr/>
                    <a:lstStyle/>
                    <a:p>
                      <a:pPr algn="ctr" fontAlgn="base" latinLnBrk="0">
                        <a:buNone/>
                      </a:pPr>
                      <a:r>
                        <a:rPr lang="en-IN">
                          <a:effectLst/>
                          <a:latin typeface="Times New Roman" panose="02020603050405020304" pitchFamily="18" charset="0"/>
                          <a:cs typeface="Times New Roman" panose="02020603050405020304" pitchFamily="18" charset="0"/>
                        </a:rPr>
                        <a:t>2</a:t>
                      </a:r>
                    </a:p>
                  </a:txBody>
                  <a:tcPr anchor="ctr">
                    <a:lnL w="12700" cap="flat" cmpd="sng" algn="ctr">
                      <a:solidFill>
                        <a:srgbClr val="8076B9"/>
                      </a:solidFill>
                      <a:prstDash val="solid"/>
                      <a:round/>
                      <a:headEnd type="none" w="med" len="med"/>
                      <a:tailEnd type="none" w="med" len="med"/>
                    </a:lnL>
                    <a:lnR w="12700" cap="flat" cmpd="sng" algn="ctr">
                      <a:solidFill>
                        <a:srgbClr val="6072B9"/>
                      </a:solidFill>
                      <a:prstDash val="solid"/>
                      <a:round/>
                      <a:headEnd type="none" w="med" len="med"/>
                      <a:tailEnd type="none" w="med" len="med"/>
                    </a:lnR>
                    <a:lnT w="12700" cap="flat" cmpd="sng" algn="ctr">
                      <a:solidFill>
                        <a:srgbClr val="8076B9"/>
                      </a:solidFill>
                      <a:prstDash val="solid"/>
                      <a:round/>
                      <a:headEnd type="none" w="med" len="med"/>
                      <a:tailEnd type="none" w="med" len="med"/>
                    </a:lnT>
                    <a:lnB w="12700" cap="flat" cmpd="sng" algn="ctr">
                      <a:solidFill>
                        <a:srgbClr val="8076B9"/>
                      </a:solidFill>
                      <a:prstDash val="solid"/>
                      <a:round/>
                      <a:headEnd type="none" w="med" len="med"/>
                      <a:tailEnd type="none" w="med" len="med"/>
                    </a:lnB>
                    <a:noFill/>
                  </a:tcPr>
                </a:tc>
                <a:tc>
                  <a:txBody>
                    <a:bodyPr/>
                    <a:lstStyle/>
                    <a:p>
                      <a:pPr algn="ctr" fontAlgn="base" latinLnBrk="0">
                        <a:buNone/>
                      </a:pPr>
                      <a:r>
                        <a:rPr lang="en-IN">
                          <a:effectLst/>
                          <a:latin typeface="Times New Roman" panose="02020603050405020304" pitchFamily="18" charset="0"/>
                          <a:cs typeface="Times New Roman" panose="02020603050405020304" pitchFamily="18" charset="0"/>
                        </a:rPr>
                        <a:t>...</a:t>
                      </a:r>
                    </a:p>
                  </a:txBody>
                  <a:tcPr anchor="ctr">
                    <a:lnL w="12700" cap="flat" cmpd="sng" algn="ctr">
                      <a:solidFill>
                        <a:srgbClr val="6072B9"/>
                      </a:solidFill>
                      <a:prstDash val="solid"/>
                      <a:round/>
                      <a:headEnd type="none" w="med" len="med"/>
                      <a:tailEnd type="none" w="med" len="med"/>
                    </a:lnL>
                    <a:lnR w="12700" cap="flat" cmpd="sng" algn="ctr">
                      <a:solidFill>
                        <a:srgbClr val="E06DB9"/>
                      </a:solidFill>
                      <a:prstDash val="solid"/>
                      <a:round/>
                      <a:headEnd type="none" w="med" len="med"/>
                      <a:tailEnd type="none" w="med" len="med"/>
                    </a:lnR>
                    <a:lnT w="12700" cap="flat" cmpd="sng" algn="ctr">
                      <a:solidFill>
                        <a:srgbClr val="6072B9"/>
                      </a:solidFill>
                      <a:prstDash val="solid"/>
                      <a:round/>
                      <a:headEnd type="none" w="med" len="med"/>
                      <a:tailEnd type="none" w="med" len="med"/>
                    </a:lnT>
                    <a:lnB w="12700" cap="flat" cmpd="sng" algn="ctr">
                      <a:solidFill>
                        <a:srgbClr val="6072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a:t>
                      </a:r>
                    </a:p>
                  </a:txBody>
                  <a:tcPr anchor="ctr">
                    <a:lnL w="12700" cap="flat" cmpd="sng" algn="ctr">
                      <a:solidFill>
                        <a:srgbClr val="E06DB9"/>
                      </a:solidFill>
                      <a:prstDash val="solid"/>
                      <a:round/>
                      <a:headEnd type="none" w="med" len="med"/>
                      <a:tailEnd type="none" w="med" len="med"/>
                    </a:lnL>
                    <a:lnR w="12700" cap="flat" cmpd="sng" algn="ctr">
                      <a:solidFill>
                        <a:srgbClr val="2070B9"/>
                      </a:solidFill>
                      <a:prstDash val="solid"/>
                      <a:round/>
                      <a:headEnd type="none" w="med" len="med"/>
                      <a:tailEnd type="none" w="med" len="med"/>
                    </a:lnR>
                    <a:lnT w="12700" cap="flat" cmpd="sng" algn="ctr">
                      <a:solidFill>
                        <a:srgbClr val="E06DB9"/>
                      </a:solidFill>
                      <a:prstDash val="solid"/>
                      <a:round/>
                      <a:headEnd type="none" w="med" len="med"/>
                      <a:tailEnd type="none" w="med" len="med"/>
                    </a:lnT>
                    <a:lnB w="12700" cap="flat" cmpd="sng" algn="ctr">
                      <a:solidFill>
                        <a:srgbClr val="E06D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2024</a:t>
                      </a:r>
                    </a:p>
                  </a:txBody>
                  <a:tcPr anchor="ctr">
                    <a:lnL w="12700" cap="flat" cmpd="sng" algn="ctr">
                      <a:solidFill>
                        <a:srgbClr val="2070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70B9"/>
                      </a:solidFill>
                      <a:prstDash val="solid"/>
                      <a:round/>
                      <a:headEnd type="none" w="med" len="med"/>
                      <a:tailEnd type="none" w="med" len="med"/>
                    </a:lnT>
                    <a:lnB w="12700" cap="flat" cmpd="sng" algn="ctr">
                      <a:solidFill>
                        <a:srgbClr val="2070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SVM</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Fast, small data OK</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tc>
                  <a:txBody>
                    <a:bodyPr/>
                    <a:lstStyle/>
                    <a:p>
                      <a:pPr algn="ctr" fontAlgn="base" latinLnBrk="0">
                        <a:buNone/>
                      </a:pPr>
                      <a:r>
                        <a:rPr lang="en-IN" dirty="0">
                          <a:effectLst/>
                          <a:latin typeface="Times New Roman" panose="02020603050405020304" pitchFamily="18" charset="0"/>
                          <a:cs typeface="Times New Roman" panose="02020603050405020304" pitchFamily="18" charset="0"/>
                        </a:rPr>
                        <a:t>Less accurate</a:t>
                      </a:r>
                    </a:p>
                  </a:txBody>
                  <a:tcPr anchor="ctr">
                    <a:lnL w="12700" cap="flat" cmpd="sng" algn="ctr">
                      <a:solidFill>
                        <a:srgbClr val="206DB9"/>
                      </a:solidFill>
                      <a:prstDash val="solid"/>
                      <a:round/>
                      <a:headEnd type="none" w="med" len="med"/>
                      <a:tailEnd type="none" w="med" len="med"/>
                    </a:lnL>
                    <a:lnR w="12700" cap="flat" cmpd="sng" algn="ctr">
                      <a:solidFill>
                        <a:srgbClr val="206DB9"/>
                      </a:solidFill>
                      <a:prstDash val="solid"/>
                      <a:round/>
                      <a:headEnd type="none" w="med" len="med"/>
                      <a:tailEnd type="none" w="med" len="med"/>
                    </a:lnR>
                    <a:lnT w="12700" cap="flat" cmpd="sng" algn="ctr">
                      <a:solidFill>
                        <a:srgbClr val="206DB9"/>
                      </a:solidFill>
                      <a:prstDash val="solid"/>
                      <a:round/>
                      <a:headEnd type="none" w="med" len="med"/>
                      <a:tailEnd type="none" w="med" len="med"/>
                    </a:lnT>
                    <a:lnB w="12700" cap="flat" cmpd="sng" algn="ctr">
                      <a:solidFill>
                        <a:srgbClr val="206DB9"/>
                      </a:solidFill>
                      <a:prstDash val="solid"/>
                      <a:round/>
                      <a:headEnd type="none" w="med" len="med"/>
                      <a:tailEnd type="none" w="med" len="med"/>
                    </a:lnB>
                    <a:noFill/>
                  </a:tcPr>
                </a:tc>
                <a:extLst>
                  <a:ext uri="{0D108BD9-81ED-4DB2-BD59-A6C34878D82A}">
                    <a16:rowId xmlns:a16="http://schemas.microsoft.com/office/drawing/2014/main" val="1728111180"/>
                  </a:ext>
                </a:extLst>
              </a:tr>
            </a:tbl>
          </a:graphicData>
        </a:graphic>
      </p:graphicFrame>
      <p:sp>
        <p:nvSpPr>
          <p:cNvPr id="9" name="Rectangle 1">
            <a:extLst>
              <a:ext uri="{FF2B5EF4-FFF2-40B4-BE49-F238E27FC236}">
                <a16:creationId xmlns:a16="http://schemas.microsoft.com/office/drawing/2014/main" id="{0E781B8C-ED58-D6AF-171A-6CAECEF18AA4}"/>
              </a:ext>
            </a:extLst>
          </p:cNvPr>
          <p:cNvSpPr>
            <a:spLocks noChangeArrowheads="1"/>
          </p:cNvSpPr>
          <p:nvPr/>
        </p:nvSpPr>
        <p:spPr bwMode="auto">
          <a:xfrm>
            <a:off x="3359150" y="20812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br>
              <a:rPr kumimoji="0" lang="en-US" altLang="en-US" sz="1200" b="0" i="0" u="none" strike="noStrike" cap="none" normalizeH="0" baseline="0">
                <a:ln>
                  <a:noFill/>
                </a:ln>
                <a:solidFill>
                  <a:schemeClr val="tx1"/>
                </a:solidFill>
                <a:effectLst/>
                <a:latin typeface="pplxSerif"/>
              </a:rPr>
            </a:br>
            <a:endParaRPr kumimoji="0" lang="en-US" altLang="en-US" sz="1200" b="0" i="0" u="none" strike="noStrike" cap="none" normalizeH="0" baseline="0">
              <a:ln>
                <a:noFill/>
              </a:ln>
              <a:solidFill>
                <a:schemeClr val="tx1"/>
              </a:solidFill>
              <a:effectLst/>
              <a:latin typeface="pplxSerif"/>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433B5CFD-1D9F-B4D5-2335-CD82413B31DE}"/>
              </a:ext>
            </a:extLst>
          </p:cNvPr>
          <p:cNvSpPr txBox="1"/>
          <p:nvPr/>
        </p:nvSpPr>
        <p:spPr>
          <a:xfrm>
            <a:off x="3272712" y="4819084"/>
            <a:ext cx="6097554" cy="646331"/>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Include 3 to 5 key papers (adjust based on time).</a:t>
            </a:r>
          </a:p>
          <a:p>
            <a:pPr algn="l"/>
            <a:r>
              <a:rPr lang="en-US" b="0" i="0" dirty="0">
                <a:effectLst/>
                <a:latin typeface="Times New Roman" panose="02020603050405020304" pitchFamily="18" charset="0"/>
                <a:cs typeface="Times New Roman" panose="02020603050405020304" pitchFamily="18" charset="0"/>
              </a:rPr>
              <a:t>Keep text minimal, use </a:t>
            </a:r>
            <a:r>
              <a:rPr lang="en-US" b="1" i="0" dirty="0">
                <a:effectLst/>
                <a:latin typeface="Times New Roman" panose="02020603050405020304" pitchFamily="18" charset="0"/>
                <a:cs typeface="Times New Roman" panose="02020603050405020304" pitchFamily="18" charset="0"/>
              </a:rPr>
              <a:t>short phrases</a:t>
            </a:r>
            <a:r>
              <a:rPr lang="en-US" b="0" i="0" dirty="0">
                <a:effectLst/>
                <a:latin typeface="Times New Roman" panose="02020603050405020304" pitchFamily="18" charset="0"/>
                <a:cs typeface="Times New Roman" panose="02020603050405020304" pitchFamily="18" charset="0"/>
              </a:rPr>
              <a:t>, not full sentences.</a:t>
            </a:r>
          </a:p>
        </p:txBody>
      </p:sp>
    </p:spTree>
    <p:extLst>
      <p:ext uri="{BB962C8B-B14F-4D97-AF65-F5344CB8AC3E}">
        <p14:creationId xmlns:p14="http://schemas.microsoft.com/office/powerpoint/2010/main" val="265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CHALLENGES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35459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REQUIREMENTS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highlight>
                <a:srgbClr val="FFFF00"/>
              </a:highlight>
            </a:endParaRP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Give Hardware &amp; Software Requirements</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5065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Flow Chart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highlight>
                  <a:srgbClr val="FFFF00"/>
                </a:highlight>
                <a:latin typeface="Times New Roman" panose="02020603050405020304" pitchFamily="18" charset="0"/>
                <a:cs typeface="Times New Roman" panose="02020603050405020304" pitchFamily="18" charset="0"/>
              </a:rPr>
              <a:t>Give Flow Chart of  Your Project</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33534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BLOCK DIAGRAM</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415772"/>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highlight>
                <a:srgbClr val="FFFF00"/>
              </a:highlight>
            </a:endParaRP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Give Block Diagram of Project</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575698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TOOLS &amp; TECHNOLOGY USED</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138773"/>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87921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PROJECT METHODLOGY</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4370427"/>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highlight>
                  <a:srgbClr val="FFFF00"/>
                </a:highlight>
                <a:latin typeface="Times New Roman" panose="02020603050405020304" pitchFamily="18" charset="0"/>
                <a:cs typeface="Times New Roman" panose="02020603050405020304" pitchFamily="18" charset="0"/>
              </a:rPr>
              <a:t>Describe Project Methodology that you have used to develop your project</a:t>
            </a:r>
            <a:r>
              <a:rPr lang="en-IN" dirty="0">
                <a:highlight>
                  <a:srgbClr val="FFFF00"/>
                </a:highlight>
              </a:rPr>
              <a:t>.</a:t>
            </a:r>
          </a:p>
          <a:p>
            <a:r>
              <a:rPr lang="en-IN" sz="1600" dirty="0">
                <a:highlight>
                  <a:srgbClr val="FFFF00"/>
                </a:highlight>
                <a:latin typeface="Times New Roman" panose="02020603050405020304" pitchFamily="18" charset="0"/>
                <a:cs typeface="Times New Roman" panose="02020603050405020304" pitchFamily="18" charset="0"/>
              </a:rPr>
              <a:t>Example: </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Waterfall</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Spiral</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Agile </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Rapid Application Development</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Evolutionary</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Iterative </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Scrum</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Prototype</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DevOps</a:t>
            </a:r>
          </a:p>
          <a:p>
            <a:pPr marL="285750" indent="-285750">
              <a:buFont typeface="Arial" panose="020B0604020202020204" pitchFamily="34" charset="0"/>
              <a:buChar char="•"/>
            </a:pPr>
            <a:r>
              <a:rPr lang="en-IN" sz="1600" dirty="0">
                <a:highlight>
                  <a:srgbClr val="FFFF00"/>
                </a:highlight>
                <a:latin typeface="Times New Roman" panose="02020603050405020304" pitchFamily="18" charset="0"/>
                <a:cs typeface="Times New Roman" panose="02020603050405020304" pitchFamily="18" charset="0"/>
              </a:rPr>
              <a:t>Lean</a:t>
            </a:r>
          </a:p>
          <a:p>
            <a:endParaRPr lang="en-IN" sz="1600" dirty="0">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23344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IMPLEMENTATION</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077218"/>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highlight>
                  <a:srgbClr val="FFFF00"/>
                </a:highlight>
                <a:latin typeface="Times New Roman" panose="02020603050405020304" pitchFamily="18" charset="0"/>
                <a:cs typeface="Times New Roman" panose="02020603050405020304" pitchFamily="18" charset="0"/>
              </a:rPr>
              <a:t>Describe your project’s work very clearly using screenshots of your project. Highly emphasise on this section and you may choose number of ppt slides for the same as per your needs. //10 to 15 ppt slides </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94987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TESTING</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32343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highlight>
                  <a:srgbClr val="FFFF00"/>
                </a:highlight>
                <a:latin typeface="Times New Roman" panose="02020603050405020304" pitchFamily="18" charset="0"/>
                <a:cs typeface="Times New Roman" panose="02020603050405020304" pitchFamily="18" charset="0"/>
              </a:rPr>
              <a:t>Describe, how, you have done testing of your projects and what, methodologies you have used for the same.</a:t>
            </a:r>
          </a:p>
          <a:p>
            <a:r>
              <a:rPr lang="en-IN" sz="1600" dirty="0">
                <a:highlight>
                  <a:srgbClr val="FFFF00"/>
                </a:highlight>
                <a:latin typeface="Times New Roman" panose="02020603050405020304" pitchFamily="18" charset="0"/>
                <a:cs typeface="Times New Roman" panose="02020603050405020304" pitchFamily="18" charset="0"/>
              </a:rPr>
              <a:t>Example:</a:t>
            </a:r>
          </a:p>
          <a:p>
            <a:r>
              <a:rPr lang="en-IN" sz="1600" dirty="0">
                <a:highlight>
                  <a:srgbClr val="FFFF00"/>
                </a:highlight>
                <a:latin typeface="Times New Roman" panose="02020603050405020304" pitchFamily="18" charset="0"/>
                <a:cs typeface="Times New Roman" panose="02020603050405020304" pitchFamily="18" charset="0"/>
              </a:rPr>
              <a:t>Unit Testing, Integration Testing, System Testing, Alpha Testing, Beta Testing, Stress Testing, Smoke Testing, Load Testing etc.</a:t>
            </a: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4765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APPLICATIONS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38820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651276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CONCLUSION AND FUTURE SCOPE</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00966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651276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REFERENCES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
        <p:nvSpPr>
          <p:cNvPr id="6" name="TextBox 5">
            <a:extLst>
              <a:ext uri="{FF2B5EF4-FFF2-40B4-BE49-F238E27FC236}">
                <a16:creationId xmlns:a16="http://schemas.microsoft.com/office/drawing/2014/main" id="{2F30BEE2-F405-FC8C-DE4F-9F1928540B5C}"/>
              </a:ext>
            </a:extLst>
          </p:cNvPr>
          <p:cNvSpPr txBox="1"/>
          <p:nvPr/>
        </p:nvSpPr>
        <p:spPr>
          <a:xfrm>
            <a:off x="323850" y="2750261"/>
            <a:ext cx="11544299" cy="646331"/>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 Kumar Sanjiv, Srilaxmi. P, Pandu </a:t>
            </a:r>
            <a:r>
              <a:rPr lang="en-US" sz="1800" dirty="0" err="1">
                <a:latin typeface="Times New Roman" panose="02020603050405020304" pitchFamily="18" charset="0"/>
                <a:cs typeface="Times New Roman" panose="02020603050405020304" pitchFamily="18" charset="0"/>
              </a:rPr>
              <a:t>Ranga.V</a:t>
            </a:r>
            <a:r>
              <a:rPr lang="en-US" sz="1800" dirty="0">
                <a:latin typeface="Times New Roman" panose="02020603050405020304" pitchFamily="18" charset="0"/>
                <a:cs typeface="Times New Roman" panose="02020603050405020304" pitchFamily="18" charset="0"/>
              </a:rPr>
              <a:t>, “Zigbee based Railway Gate Controlling” International Journal of Innovative Technology and Exploring Engineering (IJITEE) ISSN: 2278-3075, Volume-8 Issue-4S2 March, 2019.</a:t>
            </a:r>
          </a:p>
        </p:txBody>
      </p:sp>
      <p:sp>
        <p:nvSpPr>
          <p:cNvPr id="3" name="TextBox 2">
            <a:extLst>
              <a:ext uri="{FF2B5EF4-FFF2-40B4-BE49-F238E27FC236}">
                <a16:creationId xmlns:a16="http://schemas.microsoft.com/office/drawing/2014/main" id="{1F803C71-C991-769D-8927-77470764BEBD}"/>
              </a:ext>
            </a:extLst>
          </p:cNvPr>
          <p:cNvSpPr txBox="1"/>
          <p:nvPr/>
        </p:nvSpPr>
        <p:spPr>
          <a:xfrm>
            <a:off x="323850" y="1723526"/>
            <a:ext cx="11544299" cy="923330"/>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 DR. Dr. I. M. </a:t>
            </a:r>
            <a:r>
              <a:rPr lang="en-US" sz="1800" dirty="0" err="1">
                <a:latin typeface="Times New Roman" panose="02020603050405020304" pitchFamily="18" charset="0"/>
                <a:cs typeface="Times New Roman" panose="02020603050405020304" pitchFamily="18" charset="0"/>
              </a:rPr>
              <a:t>Korachagaon</a:t>
            </a:r>
            <a:r>
              <a:rPr lang="en-US" sz="1800" dirty="0">
                <a:latin typeface="Times New Roman" panose="02020603050405020304" pitchFamily="18" charset="0"/>
                <a:cs typeface="Times New Roman" panose="02020603050405020304" pitchFamily="18" charset="0"/>
              </a:rPr>
              <a:t> et al, “Zigbee Based Railway Automation System with Advanced Applications,” International Journal of Innovations in Engineering, Research and Technology, IJIERT-ICITER-16, ISSN:2394-3696 26th June, 2016.</a:t>
            </a:r>
          </a:p>
        </p:txBody>
      </p:sp>
    </p:spTree>
    <p:extLst>
      <p:ext uri="{BB962C8B-B14F-4D97-AF65-F5344CB8AC3E}">
        <p14:creationId xmlns:p14="http://schemas.microsoft.com/office/powerpoint/2010/main" val="3041760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4098" name="Picture 2" descr="Campus Facilities | Invertis University">
            <a:extLst>
              <a:ext uri="{FF2B5EF4-FFF2-40B4-BE49-F238E27FC236}">
                <a16:creationId xmlns:a16="http://schemas.microsoft.com/office/drawing/2014/main" id="{6DB66C43-427D-84F2-1444-C892CBCB7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60982"/>
            <a:ext cx="12192000" cy="50958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F062C66-869A-D16B-39A6-60A4C9E1E11C}"/>
              </a:ext>
            </a:extLst>
          </p:cNvPr>
          <p:cNvSpPr txBox="1"/>
          <p:nvPr/>
        </p:nvSpPr>
        <p:spPr>
          <a:xfrm>
            <a:off x="3545633" y="1327732"/>
            <a:ext cx="2761861" cy="523220"/>
          </a:xfrm>
          <a:prstGeom prst="rect">
            <a:avLst/>
          </a:prstGeom>
          <a:noFill/>
        </p:spPr>
        <p:txBody>
          <a:bodyPr wrap="square" rtlCol="0">
            <a:spAutoFit/>
          </a:bodyPr>
          <a:lstStyle/>
          <a:p>
            <a:pPr algn="ctr"/>
            <a:r>
              <a:rPr lang="en-IN" sz="2800" b="1" dirty="0">
                <a:solidFill>
                  <a:srgbClr val="FFFF0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37803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484</Words>
  <Application>Microsoft Office PowerPoint</Application>
  <PresentationFormat>Widescreen</PresentationFormat>
  <Paragraphs>145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pplxSerif</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 singh</dc:creator>
  <cp:lastModifiedBy>ravi singh</cp:lastModifiedBy>
  <cp:revision>19</cp:revision>
  <cp:lastPrinted>2023-11-03T15:13:17Z</cp:lastPrinted>
  <dcterms:created xsi:type="dcterms:W3CDTF">2023-11-03T13:19:18Z</dcterms:created>
  <dcterms:modified xsi:type="dcterms:W3CDTF">2026-04-02T17:23:59Z</dcterms:modified>
</cp:coreProperties>
</file>